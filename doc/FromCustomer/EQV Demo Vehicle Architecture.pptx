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98" r:id="rId4"/>
  </p:sldMasterIdLst>
  <p:notesMasterIdLst>
    <p:notesMasterId r:id="rId16"/>
  </p:notesMasterIdLst>
  <p:sldIdLst>
    <p:sldId id="282" r:id="rId5"/>
    <p:sldId id="272" r:id="rId6"/>
    <p:sldId id="276" r:id="rId7"/>
    <p:sldId id="2147479635" r:id="rId8"/>
    <p:sldId id="2147479634" r:id="rId9"/>
    <p:sldId id="2147479636" r:id="rId10"/>
    <p:sldId id="2147479639" r:id="rId11"/>
    <p:sldId id="2147479638" r:id="rId12"/>
    <p:sldId id="267" r:id="rId13"/>
    <p:sldId id="266" r:id="rId14"/>
    <p:sldId id="281" r:id="rId15"/>
  </p:sldIdLst>
  <p:sldSz cx="9144000" cy="5143500" type="screen16x9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0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50F367-080B-4979-AC7F-4F5E4B9B5AF4}" v="10" dt="2026-03-16T13:11:28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404" autoAdjust="0"/>
  </p:normalViewPr>
  <p:slideViewPr>
    <p:cSldViewPr snapToGrid="0">
      <p:cViewPr varScale="1">
        <p:scale>
          <a:sx n="157" d="100"/>
          <a:sy n="157" d="100"/>
        </p:scale>
        <p:origin x="132" y="1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Maier ALF RDUF" userId="316a889e-9c3e-441a-9f40-b6d027deb71e" providerId="ADAL" clId="{213BC4CD-813C-4E6E-949F-4DEF313BA12A}"/>
    <pc:docChg chg="undo custSel addSld modSld">
      <pc:chgData name="Stefan Maier ALF RDUF" userId="316a889e-9c3e-441a-9f40-b6d027deb71e" providerId="ADAL" clId="{213BC4CD-813C-4E6E-949F-4DEF313BA12A}" dt="2026-03-16T13:12:14.552" v="1232" actId="14100"/>
      <pc:docMkLst>
        <pc:docMk/>
      </pc:docMkLst>
      <pc:sldChg chg="addSp delSp modSp mod">
        <pc:chgData name="Stefan Maier ALF RDUF" userId="316a889e-9c3e-441a-9f40-b6d027deb71e" providerId="ADAL" clId="{213BC4CD-813C-4E6E-949F-4DEF313BA12A}" dt="2026-03-16T13:12:14.552" v="1232" actId="14100"/>
        <pc:sldMkLst>
          <pc:docMk/>
          <pc:sldMk cId="2207228603" sldId="266"/>
        </pc:sldMkLst>
        <pc:spChg chg="add mod">
          <ac:chgData name="Stefan Maier ALF RDUF" userId="316a889e-9c3e-441a-9f40-b6d027deb71e" providerId="ADAL" clId="{213BC4CD-813C-4E6E-949F-4DEF313BA12A}" dt="2026-03-16T13:10:15.876" v="1215" actId="14100"/>
          <ac:spMkLst>
            <pc:docMk/>
            <pc:sldMk cId="2207228603" sldId="266"/>
            <ac:spMk id="3" creationId="{586204D2-90A0-2920-F97C-834A3B8D3BC8}"/>
          </ac:spMkLst>
        </pc:spChg>
        <pc:spChg chg="add mod">
          <ac:chgData name="Stefan Maier ALF RDUF" userId="316a889e-9c3e-441a-9f40-b6d027deb71e" providerId="ADAL" clId="{213BC4CD-813C-4E6E-949F-4DEF313BA12A}" dt="2026-03-16T13:10:50.772" v="1220" actId="20577"/>
          <ac:spMkLst>
            <pc:docMk/>
            <pc:sldMk cId="2207228603" sldId="266"/>
            <ac:spMk id="4" creationId="{8D944E3C-DC02-1ED8-9A52-03D7165CFCFB}"/>
          </ac:spMkLst>
        </pc:spChg>
        <pc:spChg chg="add mod">
          <ac:chgData name="Stefan Maier ALF RDUF" userId="316a889e-9c3e-441a-9f40-b6d027deb71e" providerId="ADAL" clId="{213BC4CD-813C-4E6E-949F-4DEF313BA12A}" dt="2026-03-16T13:11:14.622" v="1222" actId="1076"/>
          <ac:spMkLst>
            <pc:docMk/>
            <pc:sldMk cId="2207228603" sldId="266"/>
            <ac:spMk id="5" creationId="{5AFFB7AD-DB63-8BAB-281F-DD34B6EE6896}"/>
          </ac:spMkLst>
        </pc:spChg>
        <pc:spChg chg="mod">
          <ac:chgData name="Stefan Maier ALF RDUF" userId="316a889e-9c3e-441a-9f40-b6d027deb71e" providerId="ADAL" clId="{213BC4CD-813C-4E6E-949F-4DEF313BA12A}" dt="2026-03-16T13:11:28.389" v="1223"/>
          <ac:spMkLst>
            <pc:docMk/>
            <pc:sldMk cId="2207228603" sldId="266"/>
            <ac:spMk id="8" creationId="{D788D009-BB82-255D-D8AB-BEF3FD21A843}"/>
          </ac:spMkLst>
        </pc:spChg>
        <pc:spChg chg="del mod">
          <ac:chgData name="Stefan Maier ALF RDUF" userId="316a889e-9c3e-441a-9f40-b6d027deb71e" providerId="ADAL" clId="{213BC4CD-813C-4E6E-949F-4DEF313BA12A}" dt="2026-03-16T13:11:43.567" v="1225" actId="478"/>
          <ac:spMkLst>
            <pc:docMk/>
            <pc:sldMk cId="2207228603" sldId="266"/>
            <ac:spMk id="9" creationId="{1A56A69C-BE9E-FCCB-4AF7-A0601C567E7C}"/>
          </ac:spMkLst>
        </pc:spChg>
        <pc:spChg chg="del mod">
          <ac:chgData name="Stefan Maier ALF RDUF" userId="316a889e-9c3e-441a-9f40-b6d027deb71e" providerId="ADAL" clId="{213BC4CD-813C-4E6E-949F-4DEF313BA12A}" dt="2026-03-16T13:11:38.927" v="1224" actId="478"/>
          <ac:spMkLst>
            <pc:docMk/>
            <pc:sldMk cId="2207228603" sldId="266"/>
            <ac:spMk id="10" creationId="{87B33DAB-E8A4-3656-D06E-6F98F3B19097}"/>
          </ac:spMkLst>
        </pc:spChg>
        <pc:spChg chg="del mod">
          <ac:chgData name="Stefan Maier ALF RDUF" userId="316a889e-9c3e-441a-9f40-b6d027deb71e" providerId="ADAL" clId="{213BC4CD-813C-4E6E-949F-4DEF313BA12A}" dt="2026-03-16T13:11:47.049" v="1226" actId="478"/>
          <ac:spMkLst>
            <pc:docMk/>
            <pc:sldMk cId="2207228603" sldId="266"/>
            <ac:spMk id="12" creationId="{ED8287C8-7416-C072-CD1B-823697C6529E}"/>
          </ac:spMkLst>
        </pc:spChg>
        <pc:spChg chg="del mod">
          <ac:chgData name="Stefan Maier ALF RDUF" userId="316a889e-9c3e-441a-9f40-b6d027deb71e" providerId="ADAL" clId="{213BC4CD-813C-4E6E-949F-4DEF313BA12A}" dt="2026-03-16T13:11:50.334" v="1227" actId="478"/>
          <ac:spMkLst>
            <pc:docMk/>
            <pc:sldMk cId="2207228603" sldId="266"/>
            <ac:spMk id="13" creationId="{DA34056D-D6C9-022B-8521-5BF769FCEEE2}"/>
          </ac:spMkLst>
        </pc:spChg>
        <pc:spChg chg="del mod">
          <ac:chgData name="Stefan Maier ALF RDUF" userId="316a889e-9c3e-441a-9f40-b6d027deb71e" providerId="ADAL" clId="{213BC4CD-813C-4E6E-949F-4DEF313BA12A}" dt="2026-03-16T13:11:57.647" v="1229" actId="478"/>
          <ac:spMkLst>
            <pc:docMk/>
            <pc:sldMk cId="2207228603" sldId="266"/>
            <ac:spMk id="14" creationId="{7023C2E6-1B16-AA25-9246-89806D810E0D}"/>
          </ac:spMkLst>
        </pc:spChg>
        <pc:spChg chg="del mod">
          <ac:chgData name="Stefan Maier ALF RDUF" userId="316a889e-9c3e-441a-9f40-b6d027deb71e" providerId="ADAL" clId="{213BC4CD-813C-4E6E-949F-4DEF313BA12A}" dt="2026-03-16T13:11:53.681" v="1228" actId="478"/>
          <ac:spMkLst>
            <pc:docMk/>
            <pc:sldMk cId="2207228603" sldId="266"/>
            <ac:spMk id="16" creationId="{070EB71C-C4E4-0982-AF00-10261FA206AC}"/>
          </ac:spMkLst>
        </pc:spChg>
        <pc:spChg chg="mod">
          <ac:chgData name="Stefan Maier ALF RDUF" userId="316a889e-9c3e-441a-9f40-b6d027deb71e" providerId="ADAL" clId="{213BC4CD-813C-4E6E-949F-4DEF313BA12A}" dt="2026-03-16T13:11:28.389" v="1223"/>
          <ac:spMkLst>
            <pc:docMk/>
            <pc:sldMk cId="2207228603" sldId="266"/>
            <ac:spMk id="17" creationId="{6B9757B2-EB8F-EF78-2D0C-9FC72E9E8D4B}"/>
          </ac:spMkLst>
        </pc:spChg>
        <pc:spChg chg="mod">
          <ac:chgData name="Stefan Maier ALF RDUF" userId="316a889e-9c3e-441a-9f40-b6d027deb71e" providerId="ADAL" clId="{213BC4CD-813C-4E6E-949F-4DEF313BA12A}" dt="2026-03-16T13:09:57.935" v="1212" actId="207"/>
          <ac:spMkLst>
            <pc:docMk/>
            <pc:sldMk cId="2207228603" sldId="266"/>
            <ac:spMk id="1148" creationId="{CCA6C06C-CBC8-4CBF-CE7C-1049769CBEE6}"/>
          </ac:spMkLst>
        </pc:spChg>
        <pc:grpChg chg="add mod ord">
          <ac:chgData name="Stefan Maier ALF RDUF" userId="316a889e-9c3e-441a-9f40-b6d027deb71e" providerId="ADAL" clId="{213BC4CD-813C-4E6E-949F-4DEF313BA12A}" dt="2026-03-16T13:12:14.552" v="1232" actId="14100"/>
          <ac:grpSpMkLst>
            <pc:docMk/>
            <pc:sldMk cId="2207228603" sldId="266"/>
            <ac:grpSpMk id="6" creationId="{52D9BD2F-51CD-D956-648E-54D5B02EB0FA}"/>
          </ac:grpSpMkLst>
        </pc:grpChg>
      </pc:sldChg>
      <pc:sldChg chg="addSp modSp mod">
        <pc:chgData name="Stefan Maier ALF RDUF" userId="316a889e-9c3e-441a-9f40-b6d027deb71e" providerId="ADAL" clId="{213BC4CD-813C-4E6E-949F-4DEF313BA12A}" dt="2026-03-16T13:08:42.501" v="1209" actId="207"/>
        <pc:sldMkLst>
          <pc:docMk/>
          <pc:sldMk cId="1436051918" sldId="267"/>
        </pc:sldMkLst>
        <pc:spChg chg="mod">
          <ac:chgData name="Stefan Maier ALF RDUF" userId="316a889e-9c3e-441a-9f40-b6d027deb71e" providerId="ADAL" clId="{213BC4CD-813C-4E6E-949F-4DEF313BA12A}" dt="2026-03-16T13:00:10.674" v="1198"/>
          <ac:spMkLst>
            <pc:docMk/>
            <pc:sldMk cId="1436051918" sldId="267"/>
            <ac:spMk id="5" creationId="{49DB763A-5F1F-7CCA-9E8F-1C93AF0F1615}"/>
          </ac:spMkLst>
        </pc:spChg>
        <pc:spChg chg="mod">
          <ac:chgData name="Stefan Maier ALF RDUF" userId="316a889e-9c3e-441a-9f40-b6d027deb71e" providerId="ADAL" clId="{213BC4CD-813C-4E6E-949F-4DEF313BA12A}" dt="2026-03-16T13:08:37.741" v="1208" actId="207"/>
          <ac:spMkLst>
            <pc:docMk/>
            <pc:sldMk cId="1436051918" sldId="267"/>
            <ac:spMk id="6" creationId="{117AF71E-1B59-0311-C56B-3F6718274DEF}"/>
          </ac:spMkLst>
        </pc:spChg>
        <pc:spChg chg="mod">
          <ac:chgData name="Stefan Maier ALF RDUF" userId="316a889e-9c3e-441a-9f40-b6d027deb71e" providerId="ADAL" clId="{213BC4CD-813C-4E6E-949F-4DEF313BA12A}" dt="2026-03-16T13:08:42.501" v="1209" actId="207"/>
          <ac:spMkLst>
            <pc:docMk/>
            <pc:sldMk cId="1436051918" sldId="267"/>
            <ac:spMk id="15" creationId="{67951F53-F5F6-01FB-742E-05625698411B}"/>
          </ac:spMkLst>
        </pc:spChg>
        <pc:spChg chg="mod">
          <ac:chgData name="Stefan Maier ALF RDUF" userId="316a889e-9c3e-441a-9f40-b6d027deb71e" providerId="ADAL" clId="{213BC4CD-813C-4E6E-949F-4DEF313BA12A}" dt="2026-03-16T13:00:10.674" v="1198"/>
          <ac:spMkLst>
            <pc:docMk/>
            <pc:sldMk cId="1436051918" sldId="267"/>
            <ac:spMk id="17" creationId="{21EC7EAC-14DD-8016-48DA-10A024FB9EE2}"/>
          </ac:spMkLst>
        </pc:spChg>
        <pc:spChg chg="mod">
          <ac:chgData name="Stefan Maier ALF RDUF" userId="316a889e-9c3e-441a-9f40-b6d027deb71e" providerId="ADAL" clId="{213BC4CD-813C-4E6E-949F-4DEF313BA12A}" dt="2026-03-16T13:00:10.674" v="1198"/>
          <ac:spMkLst>
            <pc:docMk/>
            <pc:sldMk cId="1436051918" sldId="267"/>
            <ac:spMk id="20" creationId="{A34C75E3-25EE-C25A-9649-B708587D65B5}"/>
          </ac:spMkLst>
        </pc:spChg>
        <pc:spChg chg="mod">
          <ac:chgData name="Stefan Maier ALF RDUF" userId="316a889e-9c3e-441a-9f40-b6d027deb71e" providerId="ADAL" clId="{213BC4CD-813C-4E6E-949F-4DEF313BA12A}" dt="2026-03-16T13:00:10.674" v="1198"/>
          <ac:spMkLst>
            <pc:docMk/>
            <pc:sldMk cId="1436051918" sldId="267"/>
            <ac:spMk id="21" creationId="{CFD3EB29-2609-5571-066C-38A73495CB27}"/>
          </ac:spMkLst>
        </pc:spChg>
        <pc:spChg chg="mod">
          <ac:chgData name="Stefan Maier ALF RDUF" userId="316a889e-9c3e-441a-9f40-b6d027deb71e" providerId="ADAL" clId="{213BC4CD-813C-4E6E-949F-4DEF313BA12A}" dt="2026-03-16T13:00:10.674" v="1198"/>
          <ac:spMkLst>
            <pc:docMk/>
            <pc:sldMk cId="1436051918" sldId="267"/>
            <ac:spMk id="23" creationId="{FD013057-DA03-1ABE-3073-9F2172AA82EB}"/>
          </ac:spMkLst>
        </pc:spChg>
        <pc:spChg chg="mod">
          <ac:chgData name="Stefan Maier ALF RDUF" userId="316a889e-9c3e-441a-9f40-b6d027deb71e" providerId="ADAL" clId="{213BC4CD-813C-4E6E-949F-4DEF313BA12A}" dt="2026-03-16T13:00:10.674" v="1198"/>
          <ac:spMkLst>
            <pc:docMk/>
            <pc:sldMk cId="1436051918" sldId="267"/>
            <ac:spMk id="24" creationId="{01127F61-C3A9-BCC1-44B3-CE0E0C5ED1F8}"/>
          </ac:spMkLst>
        </pc:spChg>
        <pc:spChg chg="mod">
          <ac:chgData name="Stefan Maier ALF RDUF" userId="316a889e-9c3e-441a-9f40-b6d027deb71e" providerId="ADAL" clId="{213BC4CD-813C-4E6E-949F-4DEF313BA12A}" dt="2026-03-16T13:00:10.674" v="1198"/>
          <ac:spMkLst>
            <pc:docMk/>
            <pc:sldMk cId="1436051918" sldId="267"/>
            <ac:spMk id="26" creationId="{B15F2548-E834-D6B1-D23E-B28B1575EA75}"/>
          </ac:spMkLst>
        </pc:spChg>
        <pc:grpChg chg="add mod">
          <ac:chgData name="Stefan Maier ALF RDUF" userId="316a889e-9c3e-441a-9f40-b6d027deb71e" providerId="ADAL" clId="{213BC4CD-813C-4E6E-949F-4DEF313BA12A}" dt="2026-03-16T13:00:10.674" v="1198"/>
          <ac:grpSpMkLst>
            <pc:docMk/>
            <pc:sldMk cId="1436051918" sldId="267"/>
            <ac:grpSpMk id="4" creationId="{14CA1202-40DC-60E2-3866-58CA72BF9834}"/>
          </ac:grpSpMkLst>
        </pc:grpChg>
      </pc:sldChg>
      <pc:sldChg chg="modSp mod">
        <pc:chgData name="Stefan Maier ALF RDUF" userId="316a889e-9c3e-441a-9f40-b6d027deb71e" providerId="ADAL" clId="{213BC4CD-813C-4E6E-949F-4DEF313BA12A}" dt="2026-03-16T12:51:50.013" v="3" actId="2164"/>
        <pc:sldMkLst>
          <pc:docMk/>
          <pc:sldMk cId="3296434653" sldId="272"/>
        </pc:sldMkLst>
        <pc:graphicFrameChg chg="modGraphic">
          <ac:chgData name="Stefan Maier ALF RDUF" userId="316a889e-9c3e-441a-9f40-b6d027deb71e" providerId="ADAL" clId="{213BC4CD-813C-4E6E-949F-4DEF313BA12A}" dt="2026-03-16T12:51:50.013" v="3" actId="2164"/>
          <ac:graphicFrameMkLst>
            <pc:docMk/>
            <pc:sldMk cId="3296434653" sldId="272"/>
            <ac:graphicFrameMk id="11" creationId="{279775A0-F30A-C7B0-BD40-25A9348E34B0}"/>
          </ac:graphicFrameMkLst>
        </pc:graphicFrameChg>
      </pc:sldChg>
      <pc:sldChg chg="addSp modSp mod">
        <pc:chgData name="Stefan Maier ALF RDUF" userId="316a889e-9c3e-441a-9f40-b6d027deb71e" providerId="ADAL" clId="{213BC4CD-813C-4E6E-949F-4DEF313BA12A}" dt="2026-03-16T12:59:36.992" v="1197" actId="1076"/>
        <pc:sldMkLst>
          <pc:docMk/>
          <pc:sldMk cId="4283535720" sldId="2147479635"/>
        </pc:sldMkLst>
        <pc:picChg chg="add mod">
          <ac:chgData name="Stefan Maier ALF RDUF" userId="316a889e-9c3e-441a-9f40-b6d027deb71e" providerId="ADAL" clId="{213BC4CD-813C-4E6E-949F-4DEF313BA12A}" dt="2026-03-16T12:59:00.476" v="1186" actId="1076"/>
          <ac:picMkLst>
            <pc:docMk/>
            <pc:sldMk cId="4283535720" sldId="2147479635"/>
            <ac:picMk id="16" creationId="{19DF9982-53F0-FFA7-AAF9-EAA4D702F661}"/>
          </ac:picMkLst>
        </pc:picChg>
        <pc:picChg chg="add mod">
          <ac:chgData name="Stefan Maier ALF RDUF" userId="316a889e-9c3e-441a-9f40-b6d027deb71e" providerId="ADAL" clId="{213BC4CD-813C-4E6E-949F-4DEF313BA12A}" dt="2026-03-16T12:59:20.962" v="1189" actId="1076"/>
          <ac:picMkLst>
            <pc:docMk/>
            <pc:sldMk cId="4283535720" sldId="2147479635"/>
            <ac:picMk id="17" creationId="{02870F1D-4028-4201-5DED-9A1C5A45975B}"/>
          </ac:picMkLst>
        </pc:picChg>
        <pc:picChg chg="add mod">
          <ac:chgData name="Stefan Maier ALF RDUF" userId="316a889e-9c3e-441a-9f40-b6d027deb71e" providerId="ADAL" clId="{213BC4CD-813C-4E6E-949F-4DEF313BA12A}" dt="2026-03-16T12:59:29.077" v="1193" actId="1076"/>
          <ac:picMkLst>
            <pc:docMk/>
            <pc:sldMk cId="4283535720" sldId="2147479635"/>
            <ac:picMk id="18" creationId="{513C7CFB-B93F-4FF0-882D-02C536499908}"/>
          </ac:picMkLst>
        </pc:picChg>
        <pc:picChg chg="add mod">
          <ac:chgData name="Stefan Maier ALF RDUF" userId="316a889e-9c3e-441a-9f40-b6d027deb71e" providerId="ADAL" clId="{213BC4CD-813C-4E6E-949F-4DEF313BA12A}" dt="2026-03-16T12:59:36.992" v="1197" actId="1076"/>
          <ac:picMkLst>
            <pc:docMk/>
            <pc:sldMk cId="4283535720" sldId="2147479635"/>
            <ac:picMk id="19" creationId="{A8A92557-E19A-F1C8-6ADA-6800AE137CF9}"/>
          </ac:picMkLst>
        </pc:picChg>
      </pc:sldChg>
      <pc:sldChg chg="modSp mod">
        <pc:chgData name="Stefan Maier ALF RDUF" userId="316a889e-9c3e-441a-9f40-b6d027deb71e" providerId="ADAL" clId="{213BC4CD-813C-4E6E-949F-4DEF313BA12A}" dt="2026-03-16T13:08:53.363" v="1211" actId="207"/>
        <pc:sldMkLst>
          <pc:docMk/>
          <pc:sldMk cId="797473402" sldId="2147479638"/>
        </pc:sldMkLst>
        <pc:spChg chg="mod">
          <ac:chgData name="Stefan Maier ALF RDUF" userId="316a889e-9c3e-441a-9f40-b6d027deb71e" providerId="ADAL" clId="{213BC4CD-813C-4E6E-949F-4DEF313BA12A}" dt="2026-03-16T13:06:41.640" v="1201" actId="207"/>
          <ac:spMkLst>
            <pc:docMk/>
            <pc:sldMk cId="797473402" sldId="2147479638"/>
            <ac:spMk id="19" creationId="{0D0FB7D6-853D-85E4-FE3E-FFA5C7C449BD}"/>
          </ac:spMkLst>
        </pc:spChg>
        <pc:spChg chg="mod">
          <ac:chgData name="Stefan Maier ALF RDUF" userId="316a889e-9c3e-441a-9f40-b6d027deb71e" providerId="ADAL" clId="{213BC4CD-813C-4E6E-949F-4DEF313BA12A}" dt="2026-03-16T13:08:53.363" v="1211" actId="207"/>
          <ac:spMkLst>
            <pc:docMk/>
            <pc:sldMk cId="797473402" sldId="2147479638"/>
            <ac:spMk id="21" creationId="{F7FE1FFB-9E74-1F38-C829-23DD55FCF1DB}"/>
          </ac:spMkLst>
        </pc:spChg>
        <pc:spChg chg="mod">
          <ac:chgData name="Stefan Maier ALF RDUF" userId="316a889e-9c3e-441a-9f40-b6d027deb71e" providerId="ADAL" clId="{213BC4CD-813C-4E6E-949F-4DEF313BA12A}" dt="2026-03-16T13:07:05.909" v="1205" actId="207"/>
          <ac:spMkLst>
            <pc:docMk/>
            <pc:sldMk cId="797473402" sldId="2147479638"/>
            <ac:spMk id="25" creationId="{B4EA5871-A787-A96F-61EA-6F7C1B58B4FC}"/>
          </ac:spMkLst>
        </pc:spChg>
        <pc:spChg chg="mod">
          <ac:chgData name="Stefan Maier ALF RDUF" userId="316a889e-9c3e-441a-9f40-b6d027deb71e" providerId="ADAL" clId="{213BC4CD-813C-4E6E-949F-4DEF313BA12A}" dt="2026-03-16T13:08:49.325" v="1210" actId="207"/>
          <ac:spMkLst>
            <pc:docMk/>
            <pc:sldMk cId="797473402" sldId="2147479638"/>
            <ac:spMk id="1148" creationId="{38B167C7-C2B2-3EC6-CCE0-A37BF651F196}"/>
          </ac:spMkLst>
        </pc:spChg>
        <pc:grpChg chg="mod">
          <ac:chgData name="Stefan Maier ALF RDUF" userId="316a889e-9c3e-441a-9f40-b6d027deb71e" providerId="ADAL" clId="{213BC4CD-813C-4E6E-949F-4DEF313BA12A}" dt="2026-03-16T13:07:10.804" v="1207" actId="1076"/>
          <ac:grpSpMkLst>
            <pc:docMk/>
            <pc:sldMk cId="797473402" sldId="2147479638"/>
            <ac:grpSpMk id="15" creationId="{730416F0-1AE9-3BDA-E6BA-37E79F811E89}"/>
          </ac:grpSpMkLst>
        </pc:grpChg>
        <pc:cxnChg chg="mod">
          <ac:chgData name="Stefan Maier ALF RDUF" userId="316a889e-9c3e-441a-9f40-b6d027deb71e" providerId="ADAL" clId="{213BC4CD-813C-4E6E-949F-4DEF313BA12A}" dt="2026-03-16T13:06:58.628" v="1204" actId="208"/>
          <ac:cxnSpMkLst>
            <pc:docMk/>
            <pc:sldMk cId="797473402" sldId="2147479638"/>
            <ac:cxnSpMk id="13" creationId="{2AF85C6A-F1D5-C62D-3D5A-AC41E630B385}"/>
          </ac:cxnSpMkLst>
        </pc:cxnChg>
        <pc:cxnChg chg="mod">
          <ac:chgData name="Stefan Maier ALF RDUF" userId="316a889e-9c3e-441a-9f40-b6d027deb71e" providerId="ADAL" clId="{213BC4CD-813C-4E6E-949F-4DEF313BA12A}" dt="2026-03-16T13:01:04.838" v="1199" actId="14100"/>
          <ac:cxnSpMkLst>
            <pc:docMk/>
            <pc:sldMk cId="797473402" sldId="2147479638"/>
            <ac:cxnSpMk id="1098" creationId="{0E03F647-8A7A-A78C-4A6F-56F43A0BAE80}"/>
          </ac:cxnSpMkLst>
        </pc:cxnChg>
      </pc:sldChg>
      <pc:sldChg chg="addSp delSp modSp new mod modClrScheme chgLayout">
        <pc:chgData name="Stefan Maier ALF RDUF" userId="316a889e-9c3e-441a-9f40-b6d027deb71e" providerId="ADAL" clId="{213BC4CD-813C-4E6E-949F-4DEF313BA12A}" dt="2026-03-16T12:58:05.143" v="1184" actId="20577"/>
        <pc:sldMkLst>
          <pc:docMk/>
          <pc:sldMk cId="2857132294" sldId="2147479639"/>
        </pc:sldMkLst>
        <pc:spChg chg="del mod ord">
          <ac:chgData name="Stefan Maier ALF RDUF" userId="316a889e-9c3e-441a-9f40-b6d027deb71e" providerId="ADAL" clId="{213BC4CD-813C-4E6E-949F-4DEF313BA12A}" dt="2026-03-16T12:52:03.771" v="5" actId="700"/>
          <ac:spMkLst>
            <pc:docMk/>
            <pc:sldMk cId="2857132294" sldId="2147479639"/>
            <ac:spMk id="2" creationId="{A9CB43A9-F149-EAA0-93CE-89C908BB7CD5}"/>
          </ac:spMkLst>
        </pc:spChg>
        <pc:spChg chg="del">
          <ac:chgData name="Stefan Maier ALF RDUF" userId="316a889e-9c3e-441a-9f40-b6d027deb71e" providerId="ADAL" clId="{213BC4CD-813C-4E6E-949F-4DEF313BA12A}" dt="2026-03-16T12:52:03.771" v="5" actId="700"/>
          <ac:spMkLst>
            <pc:docMk/>
            <pc:sldMk cId="2857132294" sldId="2147479639"/>
            <ac:spMk id="3" creationId="{619975B2-2D75-5136-0D90-E2A6C51995B5}"/>
          </ac:spMkLst>
        </pc:spChg>
        <pc:spChg chg="mod ord">
          <ac:chgData name="Stefan Maier ALF RDUF" userId="316a889e-9c3e-441a-9f40-b6d027deb71e" providerId="ADAL" clId="{213BC4CD-813C-4E6E-949F-4DEF313BA12A}" dt="2026-03-16T12:52:03.771" v="5" actId="700"/>
          <ac:spMkLst>
            <pc:docMk/>
            <pc:sldMk cId="2857132294" sldId="2147479639"/>
            <ac:spMk id="4" creationId="{454B8D93-6577-62C5-9B5C-5372665A5A00}"/>
          </ac:spMkLst>
        </pc:spChg>
        <pc:spChg chg="mod ord">
          <ac:chgData name="Stefan Maier ALF RDUF" userId="316a889e-9c3e-441a-9f40-b6d027deb71e" providerId="ADAL" clId="{213BC4CD-813C-4E6E-949F-4DEF313BA12A}" dt="2026-03-16T12:52:03.771" v="5" actId="700"/>
          <ac:spMkLst>
            <pc:docMk/>
            <pc:sldMk cId="2857132294" sldId="2147479639"/>
            <ac:spMk id="5" creationId="{03ABE0CC-7E1E-07C2-6F81-45177327F6B8}"/>
          </ac:spMkLst>
        </pc:spChg>
        <pc:spChg chg="add mod ord">
          <ac:chgData name="Stefan Maier ALF RDUF" userId="316a889e-9c3e-441a-9f40-b6d027deb71e" providerId="ADAL" clId="{213BC4CD-813C-4E6E-949F-4DEF313BA12A}" dt="2026-03-16T12:52:08.970" v="31" actId="20577"/>
          <ac:spMkLst>
            <pc:docMk/>
            <pc:sldMk cId="2857132294" sldId="2147479639"/>
            <ac:spMk id="6" creationId="{9DD6FE28-4119-8DB6-5FCB-058E09C1B621}"/>
          </ac:spMkLst>
        </pc:spChg>
        <pc:spChg chg="add mod ord">
          <ac:chgData name="Stefan Maier ALF RDUF" userId="316a889e-9c3e-441a-9f40-b6d027deb71e" providerId="ADAL" clId="{213BC4CD-813C-4E6E-949F-4DEF313BA12A}" dt="2026-03-16T12:58:05.143" v="1184" actId="20577"/>
          <ac:spMkLst>
            <pc:docMk/>
            <pc:sldMk cId="2857132294" sldId="2147479639"/>
            <ac:spMk id="7" creationId="{87654C52-24C0-6839-C74B-A3C8D95C666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D742C-BE52-4423-9A37-A96CA0D4EB42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B33D7-7E7E-47B5-B91C-E485810C54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9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bildplatzhalter 9"/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</p:sp>
      <p:sp>
        <p:nvSpPr>
          <p:cNvPr id="11" name="Notizenplatzhalt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1B4C21-2AF8-4513-9A88-12DEBB551087}" type="slidenum">
              <a:rPr kumimoji="0" lang="de-DE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9B31EA0-3B78-AA27-9843-33A536946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3" t="209" b="1943"/>
          <a:stretch/>
        </p:blipFill>
        <p:spPr>
          <a:xfrm>
            <a:off x="-1" y="1"/>
            <a:ext cx="9143997" cy="5093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0DFD4354-DC1F-9798-41CA-636FC6FEE7BE}"/>
              </a:ext>
            </a:extLst>
          </p:cNvPr>
          <p:cNvSpPr/>
          <p:nvPr userDrawn="1"/>
        </p:nvSpPr>
        <p:spPr>
          <a:xfrm>
            <a:off x="3" y="5093001"/>
            <a:ext cx="9143999" cy="5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b="0" i="0">
              <a:latin typeface="Titillium Web" pitchFamily="2" charset="77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8BCB7A8-8AE4-A780-B8DD-0E1684B66F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5544" y="2038406"/>
            <a:ext cx="4179264" cy="101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61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741726D-0C22-162B-DF52-35BF096053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3" t="209" b="1943"/>
          <a:stretch/>
        </p:blipFill>
        <p:spPr>
          <a:xfrm>
            <a:off x="-1" y="1"/>
            <a:ext cx="9143997" cy="5093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359999" y="1319103"/>
            <a:ext cx="8424000" cy="188742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59998" y="3430315"/>
            <a:ext cx="8424000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defRPr lang="de-DE" sz="2400" b="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0631C1CE-EB13-8D74-99F8-AB3C052950E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999" y="400188"/>
            <a:ext cx="2133361" cy="518728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DFD4354-DC1F-9798-41CA-636FC6FEE7BE}"/>
              </a:ext>
            </a:extLst>
          </p:cNvPr>
          <p:cNvSpPr/>
          <p:nvPr userDrawn="1"/>
        </p:nvSpPr>
        <p:spPr>
          <a:xfrm>
            <a:off x="3" y="5093001"/>
            <a:ext cx="9143999" cy="5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b="0" i="0">
              <a:latin typeface="Titillium Web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15380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for dark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544C9ED4-4402-4924-A971-63224F3022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" y="273"/>
            <a:ext cx="9144000" cy="5092727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057AE95-7FF7-CF0C-E112-6C4416312D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9999" y="1318830"/>
            <a:ext cx="8424000" cy="1887702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9D5FD3A0-A1D0-663D-7CAB-F88B11C59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8" y="3430315"/>
            <a:ext cx="8424000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3000"/>
              </a:lnSpc>
              <a:defRPr lang="de-DE" sz="2400" b="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F579EA8-CD8E-F1CC-60A7-D6BFFB49B2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999" y="400188"/>
            <a:ext cx="2133361" cy="51872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A3DDC6D-C0C4-36B4-7BE7-B98B1E45D753}"/>
              </a:ext>
            </a:extLst>
          </p:cNvPr>
          <p:cNvSpPr/>
          <p:nvPr userDrawn="1"/>
        </p:nvSpPr>
        <p:spPr>
          <a:xfrm>
            <a:off x="3" y="5093001"/>
            <a:ext cx="9143999" cy="5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b="0" i="0">
              <a:latin typeface="Titillium Web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39877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76E525DB-B952-CC6C-8804-4EF06F6BF2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3" t="209" b="9360"/>
          <a:stretch/>
        </p:blipFill>
        <p:spPr>
          <a:xfrm>
            <a:off x="-1" y="1"/>
            <a:ext cx="9143997" cy="4706900"/>
          </a:xfrm>
          <a:prstGeom prst="rect">
            <a:avLst/>
          </a:prstGeom>
        </p:spPr>
      </p:pic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F7BCD6F1-FCB6-3DA6-AE66-400A0A4A9F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4" y="143955"/>
            <a:ext cx="8424001" cy="792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  <a:endParaRPr lang="de-DE" dirty="0"/>
          </a:p>
        </p:txBody>
      </p:sp>
      <p:graphicFrame>
        <p:nvGraphicFramePr>
          <p:cNvPr id="2" name="Inhaltsplatzhalter 10">
            <a:extLst>
              <a:ext uri="{FF2B5EF4-FFF2-40B4-BE49-F238E27FC236}">
                <a16:creationId xmlns:a16="http://schemas.microsoft.com/office/drawing/2014/main" id="{3813D956-A28E-80ED-31D5-DF8A577EA7E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194591958"/>
              </p:ext>
            </p:extLst>
          </p:nvPr>
        </p:nvGraphicFramePr>
        <p:xfrm>
          <a:off x="360727" y="1085850"/>
          <a:ext cx="8423274" cy="3478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8511">
                  <a:extLst>
                    <a:ext uri="{9D8B030D-6E8A-4147-A177-3AD203B41FA5}">
                      <a16:colId xmlns:a16="http://schemas.microsoft.com/office/drawing/2014/main" val="1674397552"/>
                    </a:ext>
                  </a:extLst>
                </a:gridCol>
                <a:gridCol w="8004763">
                  <a:extLst>
                    <a:ext uri="{9D8B030D-6E8A-4147-A177-3AD203B41FA5}">
                      <a16:colId xmlns:a16="http://schemas.microsoft.com/office/drawing/2014/main" val="1492656715"/>
                    </a:ext>
                  </a:extLst>
                </a:gridCol>
              </a:tblGrid>
              <a:tr h="347818"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05732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877800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436186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477319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372334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271256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43132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778739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748909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645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99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(grey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5C1BD183-B948-A2DA-EE76-D32190D570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3" t="209" b="9360"/>
          <a:stretch/>
        </p:blipFill>
        <p:spPr>
          <a:xfrm>
            <a:off x="-1" y="1"/>
            <a:ext cx="9143997" cy="4706900"/>
          </a:xfrm>
          <a:prstGeom prst="rect">
            <a:avLst/>
          </a:prstGeom>
        </p:spPr>
      </p:pic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8424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cap="all" baseline="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E923404D-E8BA-D545-9DF0-772818BE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69607" y="4845951"/>
            <a:ext cx="6517238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A83E504F-CBCC-6249-532D-3F32B0AD8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1531" y="4845951"/>
            <a:ext cx="34247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1904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with Picture (grey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4122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cap="all" baseline="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0439DCE8-C413-43EC-1A63-A7B6F2680E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1096" y="0"/>
            <a:ext cx="4482904" cy="470690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" name="Fußzeilenplatzhalter 4">
            <a:extLst>
              <a:ext uri="{FF2B5EF4-FFF2-40B4-BE49-F238E27FC236}">
                <a16:creationId xmlns:a16="http://schemas.microsoft.com/office/drawing/2014/main" id="{4C4D1D76-6357-40B4-8636-25F053CB7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69607" y="4845951"/>
            <a:ext cx="6517238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7D0084B2-3CBF-0453-3604-1283D3030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1531" y="4845951"/>
            <a:ext cx="34247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4935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778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BA1F6F07-A3BF-4FE5-68C3-E8FC01435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69607" y="4845951"/>
            <a:ext cx="6517238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CBCA363F-CCA6-A78A-C8A7-6D92B0191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1531" y="4845951"/>
            <a:ext cx="34247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0997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5" y="1085252"/>
            <a:ext cx="4122737" cy="347830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C814A767-A8B8-0049-7C0B-A09EC4F8B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69607" y="4845951"/>
            <a:ext cx="6517238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5E5442F4-D007-1A28-E6E6-1982CFC2E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1531" y="4845951"/>
            <a:ext cx="34247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1AB54A78-8075-E389-A486-037525C3EDC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61628" y="1085252"/>
            <a:ext cx="4122737" cy="347830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253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r>
              <a:rPr lang="de-DE"/>
              <a:t>YYYY-MM-DD | Contact/Division | Master ZF LIFETEC 2024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1085252"/>
            <a:ext cx="2700000" cy="3478309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72DE785F-DF5B-3259-3DBD-1E2C3858FE29}"/>
              </a:ext>
            </a:extLst>
          </p:cNvPr>
          <p:cNvSpPr>
            <a:spLocks noGrp="1"/>
          </p:cNvSpPr>
          <p:nvPr>
            <p:ph idx="15"/>
          </p:nvPr>
        </p:nvSpPr>
        <p:spPr bwMode="gray">
          <a:xfrm>
            <a:off x="3226383" y="1085252"/>
            <a:ext cx="2700000" cy="3478309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Inhaltsplatzhalter 1">
            <a:extLst>
              <a:ext uri="{FF2B5EF4-FFF2-40B4-BE49-F238E27FC236}">
                <a16:creationId xmlns:a16="http://schemas.microsoft.com/office/drawing/2014/main" id="{93630B03-74F0-94F3-255D-86DC79C2FC9B}"/>
              </a:ext>
            </a:extLst>
          </p:cNvPr>
          <p:cNvSpPr>
            <a:spLocks noGrp="1"/>
          </p:cNvSpPr>
          <p:nvPr>
            <p:ph idx="16"/>
          </p:nvPr>
        </p:nvSpPr>
        <p:spPr bwMode="gray">
          <a:xfrm>
            <a:off x="6084365" y="1085252"/>
            <a:ext cx="2700000" cy="3478309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28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r>
              <a:rPr lang="de-DE"/>
              <a:t>YYYY-MM-DD | Contact/Division | Master ZF LIFETEC 2024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1085252"/>
            <a:ext cx="2015224" cy="3478309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1">
            <a:extLst>
              <a:ext uri="{FF2B5EF4-FFF2-40B4-BE49-F238E27FC236}">
                <a16:creationId xmlns:a16="http://schemas.microsoft.com/office/drawing/2014/main" id="{B369DA0E-F84B-AA28-67C2-16889627680F}"/>
              </a:ext>
            </a:extLst>
          </p:cNvPr>
          <p:cNvSpPr>
            <a:spLocks noGrp="1"/>
          </p:cNvSpPr>
          <p:nvPr>
            <p:ph idx="12"/>
          </p:nvPr>
        </p:nvSpPr>
        <p:spPr bwMode="gray">
          <a:xfrm>
            <a:off x="2496138" y="1085251"/>
            <a:ext cx="2015224" cy="3478309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2562E73D-B14F-7746-11EC-CC4D2D3876B2}"/>
              </a:ext>
            </a:extLst>
          </p:cNvPr>
          <p:cNvSpPr>
            <a:spLocks noGrp="1"/>
          </p:cNvSpPr>
          <p:nvPr>
            <p:ph idx="13"/>
          </p:nvPr>
        </p:nvSpPr>
        <p:spPr bwMode="gray">
          <a:xfrm>
            <a:off x="4632275" y="1085250"/>
            <a:ext cx="2015224" cy="3478309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33CC88AF-B517-E262-FB96-811FAC3E360B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6768412" y="1085249"/>
            <a:ext cx="2015224" cy="3478309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5696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8424001" cy="791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r>
              <a:rPr lang="de-DE"/>
              <a:t>YYYY-MM-DD | Contact/Division | Master ZF LIFETEC 2024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Inhaltsplatzhalter 1">
            <a:extLst>
              <a:ext uri="{FF2B5EF4-FFF2-40B4-BE49-F238E27FC236}">
                <a16:creationId xmlns:a16="http://schemas.microsoft.com/office/drawing/2014/main" id="{CBAC4EDC-2EF9-E92D-DFEA-8EF39493E9C3}"/>
              </a:ext>
            </a:extLst>
          </p:cNvPr>
          <p:cNvSpPr>
            <a:spLocks noGrp="1"/>
          </p:cNvSpPr>
          <p:nvPr>
            <p:ph idx="16"/>
          </p:nvPr>
        </p:nvSpPr>
        <p:spPr bwMode="gray">
          <a:xfrm>
            <a:off x="360000" y="1085251"/>
            <a:ext cx="4067145" cy="1664505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CE36B285-D820-F863-D6E1-9B8ADE67F745}"/>
              </a:ext>
            </a:extLst>
          </p:cNvPr>
          <p:cNvSpPr>
            <a:spLocks noGrp="1"/>
          </p:cNvSpPr>
          <p:nvPr>
            <p:ph idx="17"/>
          </p:nvPr>
        </p:nvSpPr>
        <p:spPr bwMode="gray">
          <a:xfrm>
            <a:off x="4717220" y="1085251"/>
            <a:ext cx="4067145" cy="1664505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F190ABD3-05F0-645F-B8A1-10CD040852C2}"/>
              </a:ext>
            </a:extLst>
          </p:cNvPr>
          <p:cNvSpPr>
            <a:spLocks noGrp="1"/>
          </p:cNvSpPr>
          <p:nvPr>
            <p:ph idx="18"/>
          </p:nvPr>
        </p:nvSpPr>
        <p:spPr bwMode="gray">
          <a:xfrm>
            <a:off x="360364" y="2893710"/>
            <a:ext cx="4067145" cy="1669848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9B52E8F5-A400-1906-0C8B-9387B30637A4}"/>
              </a:ext>
            </a:extLst>
          </p:cNvPr>
          <p:cNvSpPr>
            <a:spLocks noGrp="1"/>
          </p:cNvSpPr>
          <p:nvPr>
            <p:ph idx="19"/>
          </p:nvPr>
        </p:nvSpPr>
        <p:spPr bwMode="gray">
          <a:xfrm>
            <a:off x="4717220" y="2893710"/>
            <a:ext cx="4067145" cy="1669848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0644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r>
              <a:rPr lang="de-DE"/>
              <a:t>YYYY-MM-DD | Contact/Division | Master ZF LIFETEC 2024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8EE2FB9B-7933-9536-7F93-609911A6A698}"/>
              </a:ext>
            </a:extLst>
          </p:cNvPr>
          <p:cNvSpPr>
            <a:spLocks noGrp="1"/>
          </p:cNvSpPr>
          <p:nvPr>
            <p:ph idx="18"/>
          </p:nvPr>
        </p:nvSpPr>
        <p:spPr bwMode="gray">
          <a:xfrm>
            <a:off x="360000" y="1085252"/>
            <a:ext cx="2700001" cy="1669848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841F4EE8-2A14-AB2C-1F27-6258B2106212}"/>
              </a:ext>
            </a:extLst>
          </p:cNvPr>
          <p:cNvSpPr>
            <a:spLocks noGrp="1"/>
          </p:cNvSpPr>
          <p:nvPr>
            <p:ph idx="19"/>
          </p:nvPr>
        </p:nvSpPr>
        <p:spPr bwMode="gray">
          <a:xfrm>
            <a:off x="360364" y="2893710"/>
            <a:ext cx="2700001" cy="1669848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621E4213-78CF-2155-00CF-2AA1ABA902C3}"/>
              </a:ext>
            </a:extLst>
          </p:cNvPr>
          <p:cNvSpPr>
            <a:spLocks noGrp="1"/>
          </p:cNvSpPr>
          <p:nvPr>
            <p:ph idx="20"/>
          </p:nvPr>
        </p:nvSpPr>
        <p:spPr bwMode="gray">
          <a:xfrm>
            <a:off x="3222538" y="1085252"/>
            <a:ext cx="2700001" cy="1669848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4" name="Inhaltsplatzhalter 1">
            <a:extLst>
              <a:ext uri="{FF2B5EF4-FFF2-40B4-BE49-F238E27FC236}">
                <a16:creationId xmlns:a16="http://schemas.microsoft.com/office/drawing/2014/main" id="{9FDB06A6-E3F4-96A1-2155-3BF4B89849B7}"/>
              </a:ext>
            </a:extLst>
          </p:cNvPr>
          <p:cNvSpPr>
            <a:spLocks noGrp="1"/>
          </p:cNvSpPr>
          <p:nvPr>
            <p:ph idx="21"/>
          </p:nvPr>
        </p:nvSpPr>
        <p:spPr bwMode="gray">
          <a:xfrm>
            <a:off x="3222902" y="2893710"/>
            <a:ext cx="2700001" cy="1669848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5" name="Inhaltsplatzhalter 1">
            <a:extLst>
              <a:ext uri="{FF2B5EF4-FFF2-40B4-BE49-F238E27FC236}">
                <a16:creationId xmlns:a16="http://schemas.microsoft.com/office/drawing/2014/main" id="{B3E394FA-98A8-D350-D67C-05986BDDD61F}"/>
              </a:ext>
            </a:extLst>
          </p:cNvPr>
          <p:cNvSpPr>
            <a:spLocks noGrp="1"/>
          </p:cNvSpPr>
          <p:nvPr>
            <p:ph idx="22"/>
          </p:nvPr>
        </p:nvSpPr>
        <p:spPr bwMode="gray">
          <a:xfrm>
            <a:off x="6085075" y="1085252"/>
            <a:ext cx="2700001" cy="1669848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6" name="Inhaltsplatzhalter 1">
            <a:extLst>
              <a:ext uri="{FF2B5EF4-FFF2-40B4-BE49-F238E27FC236}">
                <a16:creationId xmlns:a16="http://schemas.microsoft.com/office/drawing/2014/main" id="{D17E0289-1317-E7F4-D54F-D9DBB5583399}"/>
              </a:ext>
            </a:extLst>
          </p:cNvPr>
          <p:cNvSpPr>
            <a:spLocks noGrp="1"/>
          </p:cNvSpPr>
          <p:nvPr>
            <p:ph idx="23"/>
          </p:nvPr>
        </p:nvSpPr>
        <p:spPr bwMode="gray">
          <a:xfrm>
            <a:off x="6085439" y="2893710"/>
            <a:ext cx="2700001" cy="1669848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288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066785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715958" y="1"/>
            <a:ext cx="4428042" cy="470690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18E01DD7-2FB8-2D70-45C0-C13117FAD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69607" y="4845951"/>
            <a:ext cx="6517238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9917D853-806E-D489-F218-5C88C26BA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1531" y="4845951"/>
            <a:ext cx="34247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8E83E45-43C8-6BEB-D0EB-E2907D5887B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0005" y="1085251"/>
            <a:ext cx="4067511" cy="347830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8624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066785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6" name="Bildplatzhalter 1"/>
          <p:cNvSpPr>
            <a:spLocks noGrp="1"/>
          </p:cNvSpPr>
          <p:nvPr>
            <p:ph type="pic" sz="quarter" idx="12"/>
          </p:nvPr>
        </p:nvSpPr>
        <p:spPr>
          <a:xfrm>
            <a:off x="4715958" y="2"/>
            <a:ext cx="4428042" cy="2353755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/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715958" y="2353758"/>
            <a:ext cx="4428042" cy="2353758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AD9BFD82-D5AE-B6ED-651B-5347F2542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69607" y="4845951"/>
            <a:ext cx="6517238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A159F189-AC6F-E443-16D2-C6E5C5641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41531" y="4845951"/>
            <a:ext cx="34247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178E332-E005-B0A4-A1C8-8A4CB80643D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60005" y="1085251"/>
            <a:ext cx="4067511" cy="347830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071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r>
              <a:rPr lang="de-DE"/>
              <a:t>YYYY-MM-DD | Contact/Division | Master ZF LIFETEC 2024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platzhalter 1"/>
          <p:cNvSpPr>
            <a:spLocks noGrp="1"/>
          </p:cNvSpPr>
          <p:nvPr>
            <p:ph type="body" sz="quarter" idx="12"/>
          </p:nvPr>
        </p:nvSpPr>
        <p:spPr>
          <a:xfrm>
            <a:off x="360000" y="1072058"/>
            <a:ext cx="4130999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4653000" y="1072058"/>
            <a:ext cx="4131002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15"/>
          </p:nvPr>
        </p:nvSpPr>
        <p:spPr>
          <a:xfrm>
            <a:off x="360000" y="1568160"/>
            <a:ext cx="4130999" cy="1595403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4653000" y="1568160"/>
            <a:ext cx="4131002" cy="1595403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981C442E-4ACF-7B1A-6845-AD13174AA475}"/>
              </a:ext>
            </a:extLst>
          </p:cNvPr>
          <p:cNvSpPr>
            <a:spLocks noGrp="1"/>
          </p:cNvSpPr>
          <p:nvPr>
            <p:ph idx="21"/>
          </p:nvPr>
        </p:nvSpPr>
        <p:spPr bwMode="gray">
          <a:xfrm>
            <a:off x="360364" y="3296706"/>
            <a:ext cx="4131001" cy="1266852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E84DA038-82E0-7C25-8D44-F81AF97871F1}"/>
              </a:ext>
            </a:extLst>
          </p:cNvPr>
          <p:cNvSpPr>
            <a:spLocks noGrp="1"/>
          </p:cNvSpPr>
          <p:nvPr>
            <p:ph idx="23"/>
          </p:nvPr>
        </p:nvSpPr>
        <p:spPr bwMode="gray">
          <a:xfrm>
            <a:off x="4654437" y="3296706"/>
            <a:ext cx="4131004" cy="1266852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8552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r>
              <a:rPr lang="de-DE"/>
              <a:t>YYYY-MM-DD | Contact/Division | Master ZF LIFETEC 2024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platzhalter 1"/>
          <p:cNvSpPr>
            <a:spLocks noGrp="1"/>
          </p:cNvSpPr>
          <p:nvPr>
            <p:ph type="body" sz="quarter" idx="12"/>
          </p:nvPr>
        </p:nvSpPr>
        <p:spPr>
          <a:xfrm>
            <a:off x="360001" y="1072058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22002" y="1072058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6084002" y="1072058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15"/>
          </p:nvPr>
        </p:nvSpPr>
        <p:spPr>
          <a:xfrm>
            <a:off x="360001" y="1568160"/>
            <a:ext cx="2700000" cy="1595403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6"/>
          </p:nvPr>
        </p:nvSpPr>
        <p:spPr>
          <a:xfrm>
            <a:off x="3222002" y="1568160"/>
            <a:ext cx="2700000" cy="1595403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084002" y="1568160"/>
            <a:ext cx="2700000" cy="1595403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981C442E-4ACF-7B1A-6845-AD13174AA475}"/>
              </a:ext>
            </a:extLst>
          </p:cNvPr>
          <p:cNvSpPr>
            <a:spLocks noGrp="1"/>
          </p:cNvSpPr>
          <p:nvPr>
            <p:ph idx="21"/>
          </p:nvPr>
        </p:nvSpPr>
        <p:spPr bwMode="gray">
          <a:xfrm>
            <a:off x="360364" y="3296706"/>
            <a:ext cx="2700001" cy="1266852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017A9529-9B94-6EA4-5DBB-4A6CCAA1AA9A}"/>
              </a:ext>
            </a:extLst>
          </p:cNvPr>
          <p:cNvSpPr>
            <a:spLocks noGrp="1"/>
          </p:cNvSpPr>
          <p:nvPr>
            <p:ph idx="22"/>
          </p:nvPr>
        </p:nvSpPr>
        <p:spPr bwMode="gray">
          <a:xfrm>
            <a:off x="3222902" y="3296706"/>
            <a:ext cx="2700001" cy="1266852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E84DA038-82E0-7C25-8D44-F81AF97871F1}"/>
              </a:ext>
            </a:extLst>
          </p:cNvPr>
          <p:cNvSpPr>
            <a:spLocks noGrp="1"/>
          </p:cNvSpPr>
          <p:nvPr>
            <p:ph idx="23"/>
          </p:nvPr>
        </p:nvSpPr>
        <p:spPr bwMode="gray">
          <a:xfrm>
            <a:off x="6085439" y="3296706"/>
            <a:ext cx="2700001" cy="1266852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727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r>
              <a:rPr lang="de-DE"/>
              <a:t>YYYY-MM-DD | Contact/Division | Master ZF LIFETEC 2024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platzhalter 1"/>
          <p:cNvSpPr>
            <a:spLocks noGrp="1"/>
          </p:cNvSpPr>
          <p:nvPr>
            <p:ph type="body" sz="quarter" idx="12"/>
          </p:nvPr>
        </p:nvSpPr>
        <p:spPr>
          <a:xfrm>
            <a:off x="360001" y="1072058"/>
            <a:ext cx="2015224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15"/>
          </p:nvPr>
        </p:nvSpPr>
        <p:spPr>
          <a:xfrm>
            <a:off x="358560" y="1568160"/>
            <a:ext cx="2015224" cy="1595403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981C442E-4ACF-7B1A-6845-AD13174AA475}"/>
              </a:ext>
            </a:extLst>
          </p:cNvPr>
          <p:cNvSpPr>
            <a:spLocks noGrp="1"/>
          </p:cNvSpPr>
          <p:nvPr>
            <p:ph idx="21"/>
          </p:nvPr>
        </p:nvSpPr>
        <p:spPr bwMode="gray">
          <a:xfrm>
            <a:off x="358923" y="3296706"/>
            <a:ext cx="2015225" cy="1266852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2" name="Textplatzhalter 1">
            <a:extLst>
              <a:ext uri="{FF2B5EF4-FFF2-40B4-BE49-F238E27FC236}">
                <a16:creationId xmlns:a16="http://schemas.microsoft.com/office/drawing/2014/main" id="{37F72083-BD26-DE0E-F93E-82E1286DD4D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96138" y="1072058"/>
            <a:ext cx="2015224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Bildplatzhalter 1">
            <a:extLst>
              <a:ext uri="{FF2B5EF4-FFF2-40B4-BE49-F238E27FC236}">
                <a16:creationId xmlns:a16="http://schemas.microsoft.com/office/drawing/2014/main" id="{151066CA-1D14-3097-C290-AE385D6115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94697" y="1568160"/>
            <a:ext cx="2015224" cy="1595403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4" name="Inhaltsplatzhalter 1">
            <a:extLst>
              <a:ext uri="{FF2B5EF4-FFF2-40B4-BE49-F238E27FC236}">
                <a16:creationId xmlns:a16="http://schemas.microsoft.com/office/drawing/2014/main" id="{3F577B9F-1780-8F88-0026-86644EAC30D8}"/>
              </a:ext>
            </a:extLst>
          </p:cNvPr>
          <p:cNvSpPr>
            <a:spLocks noGrp="1"/>
          </p:cNvSpPr>
          <p:nvPr>
            <p:ph idx="24"/>
          </p:nvPr>
        </p:nvSpPr>
        <p:spPr bwMode="gray">
          <a:xfrm>
            <a:off x="2495060" y="3296706"/>
            <a:ext cx="2015225" cy="1266852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Textplatzhalter 1">
            <a:extLst>
              <a:ext uri="{FF2B5EF4-FFF2-40B4-BE49-F238E27FC236}">
                <a16:creationId xmlns:a16="http://schemas.microsoft.com/office/drawing/2014/main" id="{86AF2B2C-7DA1-5250-48AA-1F1EA73D2A4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3716" y="1072058"/>
            <a:ext cx="2015224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Bildplatzhalter 1">
            <a:extLst>
              <a:ext uri="{FF2B5EF4-FFF2-40B4-BE49-F238E27FC236}">
                <a16:creationId xmlns:a16="http://schemas.microsoft.com/office/drawing/2014/main" id="{6D564B4C-01A2-BB3C-A374-2DEECE4D380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632275" y="1568160"/>
            <a:ext cx="2015224" cy="1595403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27" name="Inhaltsplatzhalter 1">
            <a:extLst>
              <a:ext uri="{FF2B5EF4-FFF2-40B4-BE49-F238E27FC236}">
                <a16:creationId xmlns:a16="http://schemas.microsoft.com/office/drawing/2014/main" id="{DABFF519-9D88-3BEB-06C2-99B191D16911}"/>
              </a:ext>
            </a:extLst>
          </p:cNvPr>
          <p:cNvSpPr>
            <a:spLocks noGrp="1"/>
          </p:cNvSpPr>
          <p:nvPr>
            <p:ph idx="27"/>
          </p:nvPr>
        </p:nvSpPr>
        <p:spPr bwMode="gray">
          <a:xfrm>
            <a:off x="4632638" y="3296706"/>
            <a:ext cx="2015225" cy="1266852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8" name="Textplatzhalter 1">
            <a:extLst>
              <a:ext uri="{FF2B5EF4-FFF2-40B4-BE49-F238E27FC236}">
                <a16:creationId xmlns:a16="http://schemas.microsoft.com/office/drawing/2014/main" id="{22282EE1-FCA9-4137-F365-2110483854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71294" y="1072058"/>
            <a:ext cx="2015224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Bildplatzhalter 1">
            <a:extLst>
              <a:ext uri="{FF2B5EF4-FFF2-40B4-BE49-F238E27FC236}">
                <a16:creationId xmlns:a16="http://schemas.microsoft.com/office/drawing/2014/main" id="{9A22E8B7-0242-BDD6-176C-5B06AC90AC7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769853" y="1568160"/>
            <a:ext cx="2015224" cy="1595403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0" name="Inhaltsplatzhalter 1">
            <a:extLst>
              <a:ext uri="{FF2B5EF4-FFF2-40B4-BE49-F238E27FC236}">
                <a16:creationId xmlns:a16="http://schemas.microsoft.com/office/drawing/2014/main" id="{E729C435-0E1B-03FD-06A1-97E3034F9D48}"/>
              </a:ext>
            </a:extLst>
          </p:cNvPr>
          <p:cNvSpPr>
            <a:spLocks noGrp="1"/>
          </p:cNvSpPr>
          <p:nvPr>
            <p:ph idx="30"/>
          </p:nvPr>
        </p:nvSpPr>
        <p:spPr bwMode="gray">
          <a:xfrm>
            <a:off x="6770216" y="3296706"/>
            <a:ext cx="2015225" cy="1266852"/>
          </a:xfrm>
          <a:prstGeom prst="rect">
            <a:avLst/>
          </a:prstGeom>
        </p:spPr>
        <p:txBody>
          <a:bodyPr/>
          <a:lstStyle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6417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r>
              <a:rPr lang="de-DE"/>
              <a:t>YYYY-MM-DD | Contact/Division | Master ZF LIFETEC 2024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/>
          </p:nvPr>
        </p:nvSpPr>
        <p:spPr>
          <a:xfrm>
            <a:off x="360002" y="1079909"/>
            <a:ext cx="8424000" cy="3483652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2850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r>
              <a:rPr lang="de-DE"/>
              <a:t>YYYY-MM-DD | Contact/Division | Master ZF LIFETEC 2024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/>
          </p:nvPr>
        </p:nvSpPr>
        <p:spPr>
          <a:xfrm>
            <a:off x="360002" y="360003"/>
            <a:ext cx="8424000" cy="3984752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13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6" y="1079908"/>
            <a:ext cx="4067142" cy="3483651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BF2F9C3-815E-29B0-9C21-36D05EC731A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15585" y="1085251"/>
            <a:ext cx="4067511" cy="347830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68917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5" y="1079910"/>
            <a:ext cx="4067138" cy="1669848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5" y="2893712"/>
            <a:ext cx="4067138" cy="1669846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DDBA8A4-5978-6B67-F2E9-AC9650EBD23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15585" y="1085251"/>
            <a:ext cx="4067511" cy="347830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82902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8" name="Bildplatzhalter 1">
            <a:extLst>
              <a:ext uri="{FF2B5EF4-FFF2-40B4-BE49-F238E27FC236}">
                <a16:creationId xmlns:a16="http://schemas.microsoft.com/office/drawing/2014/main" id="{4244940D-BCF9-4854-A262-67E8EFBBB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5" y="1079908"/>
            <a:ext cx="4067138" cy="1669849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EE9607A-DE6D-3674-D052-4C507B609C7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60364" y="2893710"/>
            <a:ext cx="4067511" cy="166984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194651-ACBC-0C88-9464-EE58D70A140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15585" y="1085251"/>
            <a:ext cx="4067511" cy="347830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39265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1079909"/>
            <a:ext cx="1963511" cy="3483652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67471" y="1079909"/>
            <a:ext cx="1958778" cy="3483652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963B64B4-55AD-C11C-E260-1EEE438AE70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15585" y="1085251"/>
            <a:ext cx="4067511" cy="347830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92687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2" y="1079909"/>
            <a:ext cx="1962613" cy="1661188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62736" y="1079909"/>
            <a:ext cx="1964411" cy="1661188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76A22173-963E-47DA-BA5E-830D62C65C4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003" y="2893712"/>
            <a:ext cx="1962613" cy="1669848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/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6940BFB-5824-458B-B1F2-E9406433E6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462736" y="2893712"/>
            <a:ext cx="1964411" cy="1669848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51091FF-607D-554E-8C86-433E6B072E1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15585" y="1085251"/>
            <a:ext cx="4067511" cy="347830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05038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1079908"/>
            <a:ext cx="1962613" cy="1661187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565C95B-4BE9-15FC-5AFE-1BFA063D3C5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60364" y="2893710"/>
            <a:ext cx="4067511" cy="166984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8982DA03-EC4D-9602-124E-36869D88AF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62736" y="1079909"/>
            <a:ext cx="1964411" cy="1661188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2149A8C0-2062-9D66-41B3-73C9F7C700B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15585" y="1085251"/>
            <a:ext cx="4067511" cy="3478309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12569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E45A8B0F-33B4-90CA-586B-BA540BF56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611" y="1079909"/>
            <a:ext cx="5497384" cy="3483652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630AC53-F2CE-01B1-441D-6BAFB0EFC5A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60005" y="1079909"/>
            <a:ext cx="2637801" cy="3483652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92070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5" y="143955"/>
            <a:ext cx="2637442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2FC0283A-F3D9-204B-4F83-5FA700ADA8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6616" y="1"/>
            <a:ext cx="5857384" cy="470690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08FC52CC-1278-30A7-9F62-C94CDFFCF1A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60005" y="1079909"/>
            <a:ext cx="2637801" cy="3483652"/>
          </a:xfrm>
        </p:spPr>
        <p:txBody>
          <a:bodyPr/>
          <a:lstStyle>
            <a:lvl1pPr>
              <a:defRPr lang="en-US" dirty="0"/>
            </a:lvl1pPr>
            <a:lvl2pPr>
              <a:buClr>
                <a:schemeClr val="accent1"/>
              </a:buClr>
              <a:defRPr lang="en-US" dirty="0"/>
            </a:lvl2pPr>
            <a:lvl3pPr>
              <a:buClr>
                <a:schemeClr val="accent1"/>
              </a:buClr>
              <a:defRPr lang="en-US" dirty="0"/>
            </a:lvl3pPr>
            <a:lvl4pPr>
              <a:buClr>
                <a:schemeClr val="accent1"/>
              </a:buClr>
              <a:defRPr lang="en-US" dirty="0"/>
            </a:lvl4pPr>
            <a:lvl5pPr>
              <a:buClr>
                <a:schemeClr val="accent1"/>
              </a:buClr>
              <a:defRPr lang="de-DE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9337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 hasCustomPrompt="1"/>
          </p:nvPr>
        </p:nvSpPr>
        <p:spPr>
          <a:xfrm>
            <a:off x="360002" y="3995068"/>
            <a:ext cx="8424000" cy="568489"/>
          </a:xfrm>
        </p:spPr>
        <p:txBody>
          <a:bodyPr/>
          <a:lstStyle>
            <a:lvl2pPr marL="0" indent="0">
              <a:buNone/>
              <a:defRPr/>
            </a:lvl2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2" y="1079910"/>
            <a:ext cx="8424000" cy="277120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>
              <a:defRPr lang="de-DE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03552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S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4706901"/>
          </a:xfrm>
          <a:solidFill>
            <a:schemeClr val="tx2">
              <a:lumMod val="10000"/>
              <a:lumOff val="9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81426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629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grey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9AF10D80-D159-8259-C596-83B0C1FCCB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3" t="209" b="9360"/>
          <a:stretch/>
        </p:blipFill>
        <p:spPr>
          <a:xfrm>
            <a:off x="-1" y="1"/>
            <a:ext cx="9143997" cy="4706900"/>
          </a:xfrm>
          <a:prstGeom prst="rect">
            <a:avLst/>
          </a:prstGeom>
        </p:spPr>
      </p:pic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D2D5451-5CC4-20D3-25B4-FC95B670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143955"/>
            <a:ext cx="8424001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169E75C-176E-BF39-939F-01782150A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2" y="1085252"/>
            <a:ext cx="8424000" cy="3478307"/>
          </a:xfrm>
        </p:spPr>
        <p:txBody>
          <a:bodyPr/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12389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grey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76E525DB-B952-CC6C-8804-4EF06F6BF2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3" t="209" b="9360"/>
          <a:stretch/>
        </p:blipFill>
        <p:spPr>
          <a:xfrm>
            <a:off x="-1" y="1"/>
            <a:ext cx="9143997" cy="4706900"/>
          </a:xfrm>
          <a:prstGeom prst="rect">
            <a:avLst/>
          </a:prstGeom>
        </p:spPr>
      </p:pic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F7BCD6F1-FCB6-3DA6-AE66-400A0A4A9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143955"/>
            <a:ext cx="8424001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92274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grey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2D8871B-9D6B-3021-01C9-D95EA0595A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3" t="209" b="9360"/>
          <a:stretch/>
        </p:blipFill>
        <p:spPr>
          <a:xfrm>
            <a:off x="-1" y="1"/>
            <a:ext cx="9143997" cy="470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280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D6A181E-3395-7C56-BBD4-A4EEBC37E0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3" t="209" b="1943"/>
          <a:stretch/>
        </p:blipFill>
        <p:spPr>
          <a:xfrm>
            <a:off x="-1" y="1"/>
            <a:ext cx="9143997" cy="5093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A10CF1E2-ACF6-9100-5A87-5FC10A9D8371}"/>
              </a:ext>
            </a:extLst>
          </p:cNvPr>
          <p:cNvSpPr/>
          <p:nvPr userDrawn="1"/>
        </p:nvSpPr>
        <p:spPr>
          <a:xfrm>
            <a:off x="3" y="5093001"/>
            <a:ext cx="9143999" cy="5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b="0" i="0">
              <a:latin typeface="Titillium Web" pitchFamily="2" charset="77"/>
            </a:endParaRPr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0631C1CE-EB13-8D74-99F8-AB3C052950E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999" y="400188"/>
            <a:ext cx="2133361" cy="518728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F25DE4B-82AA-5EA0-626A-C5BFF39032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93" y="1079500"/>
            <a:ext cx="2578100" cy="1670050"/>
          </a:xfrm>
        </p:spPr>
        <p:txBody>
          <a:bodyPr anchor="b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b="1" dirty="0"/>
              <a:t>CONTACT</a:t>
            </a:r>
          </a:p>
          <a:p>
            <a:pPr lvl="0"/>
            <a:r>
              <a:rPr lang="de-DE" dirty="0"/>
              <a:t>Name </a:t>
            </a:r>
            <a:r>
              <a:rPr lang="de-DE" dirty="0" err="1"/>
              <a:t>Surname</a:t>
            </a:r>
            <a:br>
              <a:rPr lang="de-DE" dirty="0"/>
            </a:br>
            <a:r>
              <a:rPr lang="de-DE" dirty="0"/>
              <a:t>Job title</a:t>
            </a:r>
            <a:br>
              <a:rPr lang="de-DE" dirty="0"/>
            </a:br>
            <a:r>
              <a:rPr lang="de-DE" dirty="0"/>
              <a:t>0123 - 456 789 0</a:t>
            </a:r>
            <a:br>
              <a:rPr lang="de-DE" dirty="0"/>
            </a:br>
            <a:r>
              <a:rPr lang="de-DE" dirty="0"/>
              <a:t>n.surname@zf-lifetec.com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76051B1-944A-0432-6BE9-321B3693E2D2}"/>
              </a:ext>
            </a:extLst>
          </p:cNvPr>
          <p:cNvSpPr txBox="1"/>
          <p:nvPr userDrawn="1"/>
        </p:nvSpPr>
        <p:spPr>
          <a:xfrm>
            <a:off x="359999" y="2910134"/>
            <a:ext cx="2579294" cy="165342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ZF  LIFETEC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ZF Automotive Germany GmbH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Industriestrasse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D-73553 Alfdorf Germany</a:t>
            </a:r>
          </a:p>
        </p:txBody>
      </p:sp>
    </p:spTree>
    <p:extLst>
      <p:ext uri="{BB962C8B-B14F-4D97-AF65-F5344CB8AC3E}">
        <p14:creationId xmlns:p14="http://schemas.microsoft.com/office/powerpoint/2010/main" val="110014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A47485C5-D53C-CA2D-00E7-A3D06FF45543}"/>
              </a:ext>
            </a:extLst>
          </p:cNvPr>
          <p:cNvSpPr/>
          <p:nvPr userDrawn="1"/>
        </p:nvSpPr>
        <p:spPr>
          <a:xfrm>
            <a:off x="0" y="4706100"/>
            <a:ext cx="9144000" cy="43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CE9FDA-4C08-71A8-3FFD-696457230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5029" y="222648"/>
            <a:ext cx="8693943" cy="586978"/>
          </a:xfrm>
          <a:prstGeom prst="rect">
            <a:avLst/>
          </a:prstGeom>
        </p:spPr>
        <p:txBody>
          <a:bodyPr lIns="0" tIns="0" rIns="0" bIns="0"/>
          <a:lstStyle>
            <a:lvl1pPr>
              <a:defRPr sz="2250" b="1" i="0" cap="all" baseline="0">
                <a:solidFill>
                  <a:schemeClr val="tx2"/>
                </a:solidFill>
                <a:latin typeface="Titillium Web" pitchFamily="2" charset="77"/>
              </a:defRPr>
            </a:lvl1pPr>
          </a:lstStyle>
          <a:p>
            <a:r>
              <a:rPr lang="de-DE"/>
              <a:t>HEADLINE MAX. DOUBLE-COLUMN </a:t>
            </a:r>
            <a:br>
              <a:rPr lang="de-DE"/>
            </a:br>
            <a:r>
              <a:rPr lang="de-DE"/>
              <a:t>30 </a:t>
            </a:r>
            <a:r>
              <a:rPr lang="de-DE" err="1"/>
              <a:t>pt</a:t>
            </a:r>
            <a:r>
              <a:rPr lang="de-DE"/>
              <a:t> </a:t>
            </a:r>
            <a:r>
              <a:rPr lang="de-DE">
                <a:solidFill>
                  <a:schemeClr val="accent1"/>
                </a:solidFill>
              </a:rPr>
              <a:t>TWO-COLORED</a:t>
            </a:r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4F6D6A6-048F-97D7-5BFD-E9E9773F9D93}"/>
              </a:ext>
            </a:extLst>
          </p:cNvPr>
          <p:cNvSpPr/>
          <p:nvPr userDrawn="1"/>
        </p:nvSpPr>
        <p:spPr>
          <a:xfrm>
            <a:off x="1" y="5092200"/>
            <a:ext cx="9143999" cy="5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 b="0" i="0">
              <a:latin typeface="Titillium Web" pitchFamily="2" charset="77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C4F03AA-8DA5-8B44-CAF2-56F48E4C39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5028" y="4811176"/>
            <a:ext cx="850010" cy="175949"/>
          </a:xfrm>
          <a:prstGeom prst="rect">
            <a:avLst/>
          </a:prstGeom>
        </p:spPr>
      </p:pic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C04E0958-E26C-2458-1435-87A75A5E12CE}"/>
              </a:ext>
            </a:extLst>
          </p:cNvPr>
          <p:cNvSpPr txBox="1">
            <a:spLocks/>
          </p:cNvSpPr>
          <p:nvPr userDrawn="1"/>
        </p:nvSpPr>
        <p:spPr>
          <a:xfrm>
            <a:off x="8515350" y="4830300"/>
            <a:ext cx="403622" cy="135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Titillium Web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145A6F-1FDD-C549-A5A2-A98C63742BCB}" type="slidenum">
              <a:rPr lang="de-DE" sz="900" smtClean="0"/>
              <a:pPr/>
              <a:t>‹#›</a:t>
            </a:fld>
            <a:endParaRPr lang="de-DE" sz="90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95E7A55-F771-CECD-9B3F-26FAEE052A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8" y="4826499"/>
            <a:ext cx="3943349" cy="1377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sz="675">
                <a:solidFill>
                  <a:schemeClr val="bg1"/>
                </a:solidFill>
              </a:defRPr>
            </a:lvl1pPr>
          </a:lstStyle>
          <a:p>
            <a:r>
              <a:rPr lang="de-DE"/>
              <a:t>FOOTNOTE 9 PT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894944-0393-03B8-6E85-B345E1091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31" y="1436918"/>
            <a:ext cx="6642494" cy="31327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1500"/>
              </a:lnSpc>
              <a:defRPr sz="1050">
                <a:solidFill>
                  <a:schemeClr val="tx1"/>
                </a:solidFill>
              </a:defRPr>
            </a:lvl1pPr>
            <a:lvl2pPr>
              <a:lnSpc>
                <a:spcPts val="1500"/>
              </a:lnSpc>
              <a:defRPr sz="1050">
                <a:solidFill>
                  <a:schemeClr val="tx1"/>
                </a:solidFill>
              </a:defRPr>
            </a:lvl2pPr>
            <a:lvl3pPr>
              <a:lnSpc>
                <a:spcPts val="1500"/>
              </a:lnSpc>
              <a:defRPr sz="1050">
                <a:solidFill>
                  <a:schemeClr val="tx1"/>
                </a:solidFill>
              </a:defRPr>
            </a:lvl3pPr>
            <a:lvl4pPr>
              <a:lnSpc>
                <a:spcPts val="1500"/>
              </a:lnSpc>
              <a:defRPr sz="1050">
                <a:solidFill>
                  <a:schemeClr val="tx1"/>
                </a:solidFill>
              </a:defRPr>
            </a:lvl4pPr>
            <a:lvl5pPr>
              <a:defRPr sz="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9FBB9F7-0B86-1533-A4A3-3C8B7A0B39AC}"/>
              </a:ext>
            </a:extLst>
          </p:cNvPr>
          <p:cNvSpPr txBox="1"/>
          <p:nvPr userDrawn="1"/>
        </p:nvSpPr>
        <p:spPr>
          <a:xfrm>
            <a:off x="-1558188" y="1437085"/>
            <a:ext cx="118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b="0" i="0" err="1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Copytext</a:t>
            </a:r>
            <a: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: </a:t>
            </a:r>
            <a:b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</a:br>
            <a:r>
              <a:rPr lang="de-DE" sz="600" b="0" i="0" err="1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Titillium</a:t>
            </a:r>
            <a: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 Web Regular 14pt</a:t>
            </a:r>
          </a:p>
          <a:p>
            <a: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Line </a:t>
            </a:r>
            <a:r>
              <a:rPr lang="de-DE" sz="600" b="0" i="0" err="1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spacing</a:t>
            </a:r>
            <a: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 </a:t>
            </a:r>
            <a:r>
              <a:rPr lang="de-DE" sz="600" b="0" i="0" err="1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exact</a:t>
            </a:r>
            <a: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 20pt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2D8261B-6E84-3F1A-F918-455940D552FE}"/>
              </a:ext>
            </a:extLst>
          </p:cNvPr>
          <p:cNvSpPr txBox="1"/>
          <p:nvPr userDrawn="1"/>
        </p:nvSpPr>
        <p:spPr>
          <a:xfrm>
            <a:off x="-1558188" y="4710284"/>
            <a:ext cx="118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b="0" i="0" err="1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Footnote</a:t>
            </a:r>
            <a: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: </a:t>
            </a:r>
            <a:b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</a:br>
            <a:r>
              <a:rPr lang="de-DE" sz="600" b="0" i="0" err="1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Titillium</a:t>
            </a:r>
            <a: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 Web Regular 9pt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600" b="0" i="0" err="1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Capitals</a:t>
            </a:r>
            <a:endParaRPr lang="de-DE" sz="600" b="0" i="0">
              <a:solidFill>
                <a:schemeClr val="accent5">
                  <a:lumMod val="75000"/>
                </a:schemeClr>
              </a:solidFill>
              <a:latin typeface="Titillium Web" pitchFamily="2" charset="77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487EC75-010B-5874-3259-EC12C667C1A4}"/>
              </a:ext>
            </a:extLst>
          </p:cNvPr>
          <p:cNvSpPr txBox="1"/>
          <p:nvPr userDrawn="1"/>
        </p:nvSpPr>
        <p:spPr>
          <a:xfrm>
            <a:off x="-1558188" y="389178"/>
            <a:ext cx="118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Headline: </a:t>
            </a:r>
            <a:b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</a:br>
            <a:r>
              <a:rPr lang="de-DE" sz="600" b="0" i="0" err="1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Titillium</a:t>
            </a:r>
            <a: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 Web </a:t>
            </a:r>
            <a:r>
              <a:rPr lang="de-DE" sz="600" b="0" i="0" err="1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Bold</a:t>
            </a:r>
            <a:r>
              <a:rPr lang="de-DE" sz="600" b="0" i="0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 30pt</a:t>
            </a:r>
          </a:p>
          <a:p>
            <a:r>
              <a:rPr lang="de-DE" sz="600" b="0" i="0" err="1">
                <a:solidFill>
                  <a:schemeClr val="accent5">
                    <a:lumMod val="75000"/>
                  </a:schemeClr>
                </a:solidFill>
                <a:latin typeface="Titillium Web" pitchFamily="2" charset="77"/>
              </a:rPr>
              <a:t>Capitals</a:t>
            </a:r>
            <a:endParaRPr lang="de-DE" sz="600" b="0" i="0">
              <a:solidFill>
                <a:schemeClr val="accent5">
                  <a:lumMod val="75000"/>
                </a:schemeClr>
              </a:solidFill>
              <a:latin typeface="Titillium Web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50566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576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EC88728-4211-C601-A6C4-FE496A329E6E}"/>
              </a:ext>
            </a:extLst>
          </p:cNvPr>
          <p:cNvGrpSpPr/>
          <p:nvPr userDrawn="1"/>
        </p:nvGrpSpPr>
        <p:grpSpPr>
          <a:xfrm>
            <a:off x="2" y="4706901"/>
            <a:ext cx="9144000" cy="437400"/>
            <a:chOff x="2" y="4706901"/>
            <a:chExt cx="9144000" cy="437400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043B4C9-0880-DA0C-BFBD-80B48A4ADA33}"/>
                </a:ext>
              </a:extLst>
            </p:cNvPr>
            <p:cNvSpPr/>
            <p:nvPr userDrawn="1"/>
          </p:nvSpPr>
          <p:spPr>
            <a:xfrm>
              <a:off x="2" y="4706901"/>
              <a:ext cx="9143999" cy="3861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766E47A-C425-2A24-D533-128A24F2EF08}"/>
                </a:ext>
              </a:extLst>
            </p:cNvPr>
            <p:cNvSpPr/>
            <p:nvPr userDrawn="1"/>
          </p:nvSpPr>
          <p:spPr>
            <a:xfrm>
              <a:off x="3" y="5093001"/>
              <a:ext cx="9143999" cy="51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b="0" i="0">
                <a:latin typeface="Titillium Web" pitchFamily="2" charset="77"/>
              </a:endParaRP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274503C-3373-ED88-4F00-82DC6761E837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360401" y="4811977"/>
            <a:ext cx="849208" cy="175949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 userDrawn="1">
            <p:ph type="title"/>
          </p:nvPr>
        </p:nvSpPr>
        <p:spPr>
          <a:xfrm>
            <a:off x="360364" y="143955"/>
            <a:ext cx="8424001" cy="7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 userDrawn="1">
            <p:ph type="body" idx="1"/>
          </p:nvPr>
        </p:nvSpPr>
        <p:spPr>
          <a:xfrm>
            <a:off x="360002" y="1085252"/>
            <a:ext cx="8424000" cy="34783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1569607" y="4845951"/>
            <a:ext cx="6517238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8441531" y="4845951"/>
            <a:ext cx="34247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FD1607-5A99-21DD-C8E2-C6F4A5E7B66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596313" y="63500"/>
            <a:ext cx="519112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40452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33" r:id="rId4"/>
    <p:sldLayoutId id="2147483903" r:id="rId5"/>
    <p:sldLayoutId id="2147483904" r:id="rId6"/>
    <p:sldLayoutId id="2147483907" r:id="rId7"/>
    <p:sldLayoutId id="2147483908" r:id="rId8"/>
    <p:sldLayoutId id="2147483909" r:id="rId9"/>
    <p:sldLayoutId id="2147483910" r:id="rId10"/>
    <p:sldLayoutId id="2147483936" r:id="rId11"/>
    <p:sldLayoutId id="2147483911" r:id="rId12"/>
    <p:sldLayoutId id="2147483912" r:id="rId13"/>
    <p:sldLayoutId id="2147483913" r:id="rId14"/>
    <p:sldLayoutId id="2147483914" r:id="rId15"/>
    <p:sldLayoutId id="2147483934" r:id="rId16"/>
    <p:sldLayoutId id="2147483915" r:id="rId17"/>
    <p:sldLayoutId id="2147483935" r:id="rId18"/>
    <p:sldLayoutId id="2147483916" r:id="rId19"/>
    <p:sldLayoutId id="2147483917" r:id="rId20"/>
    <p:sldLayoutId id="2147483918" r:id="rId21"/>
    <p:sldLayoutId id="2147483919" r:id="rId22"/>
    <p:sldLayoutId id="2147483920" r:id="rId23"/>
    <p:sldLayoutId id="2147483921" r:id="rId24"/>
    <p:sldLayoutId id="2147483922" r:id="rId25"/>
    <p:sldLayoutId id="2147483923" r:id="rId26"/>
    <p:sldLayoutId id="2147483924" r:id="rId27"/>
    <p:sldLayoutId id="2147483925" r:id="rId28"/>
    <p:sldLayoutId id="2147483926" r:id="rId29"/>
    <p:sldLayoutId id="2147483927" r:id="rId30"/>
    <p:sldLayoutId id="2147483928" r:id="rId31"/>
    <p:sldLayoutId id="2147483929" r:id="rId32"/>
    <p:sldLayoutId id="2147483930" r:id="rId33"/>
    <p:sldLayoutId id="2147483931" r:id="rId34"/>
    <p:sldLayoutId id="2147483932" r:id="rId35"/>
    <p:sldLayoutId id="2147483937" r:id="rId36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notesSlide" Target="../notesSlides/notesSlide1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hyperlink" Target="file:///C:\Users\MAIERS3\OneDrive%20-%20zf-lifetec\Demo%20Car%202025%20-%20Allgemein\03_Suppliers\01_ADCOS\adcos_panther.pdf" TargetMode="External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hyperlink" Target="https://zf-lifetec.com/products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hyperlink" Target="https://www.nvidia.com/en-eu/autonomous-machines/embedded-systems/jetson-orin/" TargetMode="External"/><Relationship Id="rId10" Type="http://schemas.openxmlformats.org/officeDocument/2006/relationships/image" Target="../media/image11.png"/><Relationship Id="rId4" Type="http://schemas.openxmlformats.org/officeDocument/2006/relationships/hyperlink" Target="https://www.adcos.de/fileadmin/user_upload/downloads/adcos_puma_flyer.pdf" TargetMode="Externa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13" Type="http://schemas.openxmlformats.org/officeDocument/2006/relationships/image" Target="../media/image23.png"/><Relationship Id="rId18" Type="http://schemas.openxmlformats.org/officeDocument/2006/relationships/image" Target="../media/image27.jpeg"/><Relationship Id="rId26" Type="http://schemas.openxmlformats.org/officeDocument/2006/relationships/image" Target="../media/image34.jpeg"/><Relationship Id="rId3" Type="http://schemas.openxmlformats.org/officeDocument/2006/relationships/image" Target="../media/image15.jpeg"/><Relationship Id="rId21" Type="http://schemas.openxmlformats.org/officeDocument/2006/relationships/image" Target="../media/image29.jpeg"/><Relationship Id="rId7" Type="http://schemas.openxmlformats.org/officeDocument/2006/relationships/image" Target="../media/image19.jpeg"/><Relationship Id="rId12" Type="http://schemas.openxmlformats.org/officeDocument/2006/relationships/image" Target="../media/image22.jpeg"/><Relationship Id="rId17" Type="http://schemas.openxmlformats.org/officeDocument/2006/relationships/image" Target="../media/image26.png"/><Relationship Id="rId25" Type="http://schemas.openxmlformats.org/officeDocument/2006/relationships/image" Target="../media/image33.jpeg"/><Relationship Id="rId2" Type="http://schemas.openxmlformats.org/officeDocument/2006/relationships/image" Target="../media/image14.png"/><Relationship Id="rId16" Type="http://schemas.openxmlformats.org/officeDocument/2006/relationships/image" Target="../media/image8.png"/><Relationship Id="rId20" Type="http://schemas.openxmlformats.org/officeDocument/2006/relationships/image" Target="../media/image28.jpe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8.png"/><Relationship Id="rId11" Type="http://schemas.openxmlformats.org/officeDocument/2006/relationships/image" Target="../media/image7.png"/><Relationship Id="rId24" Type="http://schemas.openxmlformats.org/officeDocument/2006/relationships/image" Target="../media/image32.jpeg"/><Relationship Id="rId5" Type="http://schemas.openxmlformats.org/officeDocument/2006/relationships/image" Target="../media/image17.jpeg"/><Relationship Id="rId15" Type="http://schemas.openxmlformats.org/officeDocument/2006/relationships/image" Target="../media/image25.png"/><Relationship Id="rId23" Type="http://schemas.openxmlformats.org/officeDocument/2006/relationships/image" Target="../media/image31.jpeg"/><Relationship Id="rId10" Type="http://schemas.openxmlformats.org/officeDocument/2006/relationships/image" Target="../media/image9.jpeg"/><Relationship Id="rId19" Type="http://schemas.openxmlformats.org/officeDocument/2006/relationships/image" Target="../media/image10.png"/><Relationship Id="rId4" Type="http://schemas.openxmlformats.org/officeDocument/2006/relationships/image" Target="../media/image16.jpeg"/><Relationship Id="rId9" Type="http://schemas.openxmlformats.org/officeDocument/2006/relationships/image" Target="../media/image21.jpeg"/><Relationship Id="rId14" Type="http://schemas.openxmlformats.org/officeDocument/2006/relationships/image" Target="../media/image24.jpeg"/><Relationship Id="rId22" Type="http://schemas.openxmlformats.org/officeDocument/2006/relationships/image" Target="../media/image30.png"/><Relationship Id="rId27" Type="http://schemas.openxmlformats.org/officeDocument/2006/relationships/image" Target="../media/image3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3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F5A876B-784E-4638-B825-B13469CF1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EQV Demo Vehicle Architecture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303A7778-04E2-E3FD-E3B2-8B0EB58FCA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Heiko Wilken / Stefan Maier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D87FCB2-C9AE-24D3-9F29-BAB61DD3A2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55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+mn-ea"/>
                <a:cs typeface="+mn-cs"/>
              </a:rPr>
              <a:t>YYYY-MM-DD | Contact/Division | Master ZF LIFETEC 2024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+mn-ea"/>
              <a:cs typeface="+mn-cs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5BC7C-F6A2-4FED-9217-735A5E10A319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+mn-ea"/>
              <a:cs typeface="+mn-cs"/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Agenda</a:t>
            </a:r>
          </a:p>
        </p:txBody>
      </p:sp>
      <p:graphicFrame>
        <p:nvGraphicFramePr>
          <p:cNvPr id="11" name="Inhaltsplatzhalter 10">
            <a:extLst>
              <a:ext uri="{FF2B5EF4-FFF2-40B4-BE49-F238E27FC236}">
                <a16:creationId xmlns:a16="http://schemas.microsoft.com/office/drawing/2014/main" id="{279775A0-F30A-C7B0-BD40-25A9348E3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97024"/>
              </p:ext>
            </p:extLst>
          </p:nvPr>
        </p:nvGraphicFramePr>
        <p:xfrm>
          <a:off x="360363" y="1085850"/>
          <a:ext cx="8423274" cy="2086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8511">
                  <a:extLst>
                    <a:ext uri="{9D8B030D-6E8A-4147-A177-3AD203B41FA5}">
                      <a16:colId xmlns:a16="http://schemas.microsoft.com/office/drawing/2014/main" val="1674397552"/>
                    </a:ext>
                  </a:extLst>
                </a:gridCol>
                <a:gridCol w="8004763">
                  <a:extLst>
                    <a:ext uri="{9D8B030D-6E8A-4147-A177-3AD203B41FA5}">
                      <a16:colId xmlns:a16="http://schemas.microsoft.com/office/drawing/2014/main" val="1492656715"/>
                    </a:ext>
                  </a:extLst>
                </a:gridCol>
              </a:tblGrid>
              <a:tr h="347818">
                <a:tc>
                  <a:txBody>
                    <a:bodyPr/>
                    <a:lstStyle/>
                    <a:p>
                      <a:pPr algn="l"/>
                      <a:r>
                        <a:rPr lang="en-US" altLang="de-DE" sz="1200" b="1" kern="0" dirty="0">
                          <a:solidFill>
                            <a:schemeClr val="accent1"/>
                          </a:solidFill>
                          <a:latin typeface="+mn-lt"/>
                          <a:cs typeface="Tahoma" panose="020B0604030504040204" pitchFamily="34" charset="0"/>
                        </a:rPr>
                        <a:t>01</a:t>
                      </a:r>
                      <a:endParaRPr lang="en-US" sz="12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de-DE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Tahoma" charset="0"/>
                          <a:cs typeface="Tahoma" charset="0"/>
                        </a:rPr>
                        <a:t>Component Overview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05732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de-DE" sz="1200" b="1" kern="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Tahoma" panose="020B0604030504040204" pitchFamily="34" charset="0"/>
                        </a:rPr>
                        <a:t>02</a:t>
                      </a:r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Communication Architecture</a:t>
                      </a:r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877800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43132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778739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748909"/>
                  </a:ext>
                </a:extLst>
              </a:tr>
              <a:tr h="347818">
                <a:tc>
                  <a:txBody>
                    <a:bodyPr/>
                    <a:lstStyle/>
                    <a:p>
                      <a:pPr algn="l"/>
                      <a:endParaRPr lang="en-US" sz="1200" b="1" kern="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645909"/>
                  </a:ext>
                </a:extLst>
              </a:tr>
            </a:tbl>
          </a:graphicData>
        </a:graphic>
      </p:graphicFrame>
      <p:sp>
        <p:nvSpPr>
          <p:cNvPr id="14342" name="Rectangle 5" hidden="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0002" y="1620000"/>
            <a:ext cx="468000" cy="216000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67C5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de-DE" sz="1400" b="1" i="0" u="none" strike="noStrike" kern="0" cap="none" spc="0" normalizeH="0" baseline="0" noProof="0">
                <a:ln>
                  <a:noFill/>
                </a:ln>
                <a:solidFill>
                  <a:srgbClr val="6C6D6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</a:rPr>
              <a:t>03</a:t>
            </a:r>
            <a:endParaRPr kumimoji="0" lang="en-US" altLang="de-DE" sz="1400" b="1" i="0" u="none" strike="noStrike" kern="0" cap="none" spc="0" normalizeH="0" baseline="0" noProof="0" dirty="0">
              <a:ln>
                <a:noFill/>
              </a:ln>
              <a:solidFill>
                <a:srgbClr val="6C6D6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4343" name="Rectangle 12" hidden="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2" y="1620000"/>
            <a:ext cx="7869600" cy="216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tillium Web"/>
              <a:ea typeface="Tahoma" charset="0"/>
              <a:cs typeface="Tahoma" charset="0"/>
            </a:endParaRPr>
          </a:p>
        </p:txBody>
      </p:sp>
      <p:sp>
        <p:nvSpPr>
          <p:cNvPr id="14344" name="Rectangle 6" hidden="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0002" y="1944000"/>
            <a:ext cx="468000" cy="216000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67C5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de-DE" sz="1400" b="1" i="0" u="none" strike="noStrike" kern="0" cap="none" spc="0" normalizeH="0" baseline="0" noProof="0">
                <a:ln>
                  <a:noFill/>
                </a:ln>
                <a:solidFill>
                  <a:srgbClr val="6C6D6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</a:rPr>
              <a:t>04</a:t>
            </a:r>
            <a:endParaRPr kumimoji="0" lang="en-US" altLang="de-DE" sz="1400" b="1" i="0" u="none" strike="noStrike" kern="0" cap="none" spc="0" normalizeH="0" baseline="0" noProof="0" dirty="0">
              <a:ln>
                <a:noFill/>
              </a:ln>
              <a:solidFill>
                <a:srgbClr val="6C6D6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4345" name="Rectangle 13" hidden="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2" y="1944000"/>
            <a:ext cx="7869600" cy="216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tillium Web"/>
              <a:ea typeface="Tahoma" charset="0"/>
              <a:cs typeface="Tahoma" charset="0"/>
            </a:endParaRPr>
          </a:p>
        </p:txBody>
      </p:sp>
      <p:sp>
        <p:nvSpPr>
          <p:cNvPr id="14346" name="Rectangle 7" hidden="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60002" y="2268000"/>
            <a:ext cx="468000" cy="216000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67C5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de-DE" sz="1400" b="1" i="0" u="none" strike="noStrike" kern="0" cap="none" spc="0" normalizeH="0" baseline="0" noProof="0">
                <a:ln>
                  <a:noFill/>
                </a:ln>
                <a:solidFill>
                  <a:srgbClr val="6C6D6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</a:rPr>
              <a:t>05</a:t>
            </a:r>
            <a:endParaRPr kumimoji="0" lang="en-US" altLang="de-DE" sz="1400" b="1" i="0" u="none" strike="noStrike" kern="0" cap="none" spc="0" normalizeH="0" baseline="0" noProof="0" dirty="0">
              <a:ln>
                <a:noFill/>
              </a:ln>
              <a:solidFill>
                <a:srgbClr val="6C6D6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4347" name="Rectangle 14" hidden="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14402" y="2268000"/>
            <a:ext cx="7869600" cy="216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tillium Web"/>
              <a:ea typeface="Tahoma" charset="0"/>
              <a:cs typeface="Tahoma" charset="0"/>
            </a:endParaRPr>
          </a:p>
        </p:txBody>
      </p:sp>
      <p:sp>
        <p:nvSpPr>
          <p:cNvPr id="14348" name="Rectangle 8" hidden="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0002" y="2592000"/>
            <a:ext cx="468000" cy="216000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67C5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de-DE" sz="1400" b="1" i="0" u="none" strike="noStrike" kern="0" cap="none" spc="0" normalizeH="0" baseline="0" noProof="0">
                <a:ln>
                  <a:noFill/>
                </a:ln>
                <a:solidFill>
                  <a:srgbClr val="6C6D6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</a:rPr>
              <a:t>06</a:t>
            </a:r>
            <a:endParaRPr kumimoji="0" lang="en-US" altLang="de-DE" sz="1400" b="1" i="0" u="none" strike="noStrike" kern="0" cap="none" spc="0" normalizeH="0" baseline="0" noProof="0" dirty="0">
              <a:ln>
                <a:noFill/>
              </a:ln>
              <a:solidFill>
                <a:srgbClr val="6C6D6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4349" name="Rectangle 15" hidden="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914402" y="2592000"/>
            <a:ext cx="7869600" cy="216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tillium Web"/>
              <a:ea typeface="Tahoma" charset="0"/>
              <a:cs typeface="Tahoma" charset="0"/>
            </a:endParaRPr>
          </a:p>
        </p:txBody>
      </p:sp>
      <p:sp>
        <p:nvSpPr>
          <p:cNvPr id="14352" name="Rectangle 9" hidden="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0002" y="2916000"/>
            <a:ext cx="468000" cy="216000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67C5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de-DE" sz="1400" b="1" i="0" u="none" strike="noStrike" kern="0" cap="none" spc="0" normalizeH="0" baseline="0" noProof="0">
                <a:ln>
                  <a:noFill/>
                </a:ln>
                <a:solidFill>
                  <a:srgbClr val="6C6D6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</a:rPr>
              <a:t>07</a:t>
            </a:r>
            <a:endParaRPr kumimoji="0" lang="en-US" altLang="de-DE" sz="1400" b="1" i="0" u="none" strike="noStrike" kern="0" cap="none" spc="0" normalizeH="0" baseline="0" noProof="0" dirty="0">
              <a:ln>
                <a:noFill/>
              </a:ln>
              <a:solidFill>
                <a:srgbClr val="6C6D6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4353" name="Rectangle 17" hidden="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914402" y="2916000"/>
            <a:ext cx="7869600" cy="216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tillium Web"/>
              <a:ea typeface="Tahoma" charset="0"/>
              <a:cs typeface="Tahoma" charset="0"/>
            </a:endParaRPr>
          </a:p>
        </p:txBody>
      </p:sp>
      <p:sp>
        <p:nvSpPr>
          <p:cNvPr id="14354" name="Rectangle 10" hidden="1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60002" y="3240000"/>
            <a:ext cx="468000" cy="216000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67C5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de-DE" sz="1400" b="1" i="0" u="none" strike="noStrike" kern="0" cap="none" spc="0" normalizeH="0" baseline="0" noProof="0">
                <a:ln>
                  <a:noFill/>
                </a:ln>
                <a:solidFill>
                  <a:srgbClr val="6C6D6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</a:rPr>
              <a:t>08</a:t>
            </a:r>
            <a:endParaRPr kumimoji="0" lang="en-US" altLang="de-DE" sz="1400" b="1" i="0" u="none" strike="noStrike" kern="0" cap="none" spc="0" normalizeH="0" baseline="0" noProof="0" dirty="0">
              <a:ln>
                <a:noFill/>
              </a:ln>
              <a:solidFill>
                <a:srgbClr val="6C6D6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4355" name="Rectangle 18" hidden="1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14402" y="3240000"/>
            <a:ext cx="7869600" cy="216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tillium Web"/>
              <a:ea typeface="Tahoma" charset="0"/>
              <a:cs typeface="Tahoma" charset="0"/>
            </a:endParaRPr>
          </a:p>
        </p:txBody>
      </p:sp>
      <p:sp>
        <p:nvSpPr>
          <p:cNvPr id="14356" name="Rectangle 3" hidden="1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60002" y="4536000"/>
            <a:ext cx="468000" cy="216000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67C5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de-DE" sz="1400" b="1" i="0" u="none" strike="noStrike" kern="0" cap="none" spc="0" normalizeH="0" baseline="0" noProof="0">
                <a:ln>
                  <a:noFill/>
                </a:ln>
                <a:solidFill>
                  <a:srgbClr val="6C6D6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</a:rPr>
              <a:t>12</a:t>
            </a:r>
            <a:endParaRPr kumimoji="0" lang="en-US" altLang="de-DE" sz="1400" b="1" i="0" u="none" strike="noStrike" kern="0" cap="none" spc="0" normalizeH="0" baseline="0" noProof="0" dirty="0">
              <a:ln>
                <a:noFill/>
              </a:ln>
              <a:solidFill>
                <a:srgbClr val="6C6D6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4357" name="Rectangle 16" hidden="1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914402" y="4536000"/>
            <a:ext cx="7869600" cy="216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tillium Web"/>
              <a:ea typeface="Tahoma" charset="0"/>
              <a:cs typeface="Tahoma" charset="0"/>
            </a:endParaRPr>
          </a:p>
        </p:txBody>
      </p:sp>
      <p:sp>
        <p:nvSpPr>
          <p:cNvPr id="14358" name="Rectangle 3" hidden="1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60002" y="4212000"/>
            <a:ext cx="468000" cy="216000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67C5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de-DE" sz="1400" b="1" i="0" u="none" strike="noStrike" kern="0" cap="none" spc="0" normalizeH="0" baseline="0" noProof="0">
                <a:ln>
                  <a:noFill/>
                </a:ln>
                <a:solidFill>
                  <a:srgbClr val="6C6D6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</a:rPr>
              <a:t>11</a:t>
            </a:r>
            <a:endParaRPr kumimoji="0" lang="en-US" altLang="de-DE" sz="1400" b="1" i="0" u="none" strike="noStrike" kern="0" cap="none" spc="0" normalizeH="0" baseline="0" noProof="0" dirty="0">
              <a:ln>
                <a:noFill/>
              </a:ln>
              <a:solidFill>
                <a:srgbClr val="6C6D6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4359" name="Rectangle 16" hidden="1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914402" y="4212000"/>
            <a:ext cx="7869600" cy="216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tillium Web"/>
              <a:ea typeface="Tahoma" charset="0"/>
              <a:cs typeface="Tahoma" charset="0"/>
            </a:endParaRPr>
          </a:p>
        </p:txBody>
      </p:sp>
      <p:sp>
        <p:nvSpPr>
          <p:cNvPr id="14360" name="Rectangle 3" hidden="1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60002" y="3888000"/>
            <a:ext cx="468000" cy="216000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67C5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de-DE" sz="1400" b="1" i="0" u="none" strike="noStrike" kern="0" cap="none" spc="0" normalizeH="0" baseline="0" noProof="0">
                <a:ln>
                  <a:noFill/>
                </a:ln>
                <a:solidFill>
                  <a:srgbClr val="6C6D6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</a:rPr>
              <a:t>10</a:t>
            </a:r>
            <a:endParaRPr kumimoji="0" lang="en-US" altLang="de-DE" sz="1400" b="1" i="0" u="none" strike="noStrike" kern="0" cap="none" spc="0" normalizeH="0" baseline="0" noProof="0" dirty="0">
              <a:ln>
                <a:noFill/>
              </a:ln>
              <a:solidFill>
                <a:srgbClr val="6C6D6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4361" name="Rectangle 16" hidden="1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914402" y="3888000"/>
            <a:ext cx="7869600" cy="216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tillium Web"/>
              <a:ea typeface="Tahoma" charset="0"/>
              <a:cs typeface="Tahoma" charset="0"/>
            </a:endParaRPr>
          </a:p>
        </p:txBody>
      </p:sp>
      <p:sp>
        <p:nvSpPr>
          <p:cNvPr id="14362" name="Rectangle 3" hidden="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60002" y="3564000"/>
            <a:ext cx="468000" cy="216000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67C5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de-DE" sz="1400" b="1" i="0" u="none" strike="noStrike" kern="0" cap="none" spc="0" normalizeH="0" baseline="0" noProof="0">
                <a:ln>
                  <a:noFill/>
                </a:ln>
                <a:solidFill>
                  <a:srgbClr val="6C6D6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</a:rPr>
              <a:t>09</a:t>
            </a:r>
            <a:endParaRPr kumimoji="0" lang="en-US" altLang="de-DE" sz="1400" b="1" i="0" u="none" strike="noStrike" kern="0" cap="none" spc="0" normalizeH="0" baseline="0" noProof="0" dirty="0">
              <a:ln>
                <a:noFill/>
              </a:ln>
              <a:solidFill>
                <a:srgbClr val="6C6D6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4363" name="Rectangle 16" hidden="1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914402" y="3564000"/>
            <a:ext cx="7869600" cy="216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tillium Web"/>
              <a:ea typeface="Tahoma" charset="0"/>
              <a:cs typeface="Tahoma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643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6E9CA36-A0B3-AE33-E7EC-7E78D1E995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01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164424-80E5-C1CD-66E2-389BB49910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Component Overview</a:t>
            </a:r>
          </a:p>
          <a:p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C0DF9E-8731-72C0-D840-FBD915878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+mn-ea"/>
                <a:cs typeface="+mn-cs"/>
              </a:rPr>
              <a:t>YYYY-MM-DD | Contact/Division | Master ZF LIFETEC 2024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6E812A-A028-D0C9-C04A-A43F65F5B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5BC7C-F6A2-4FED-9217-735A5E10A319}" type="slidenum">
              <a:rPr kumimoji="0" lang="de-DE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tillium We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tillium We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391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6EC559-4E75-06C5-717B-86124FD9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CAR Components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710B30-F8A6-B0E7-4F0F-E79AE3535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Demo Car is stacked with different system components from ZF-</a:t>
            </a:r>
            <a:r>
              <a:rPr lang="en-US" dirty="0" err="1"/>
              <a:t>Liftec</a:t>
            </a:r>
            <a:r>
              <a:rPr lang="en-US" dirty="0"/>
              <a:t> product portfolio (see examples at: </a:t>
            </a:r>
            <a:r>
              <a:rPr lang="en-US" dirty="0">
                <a:hlinkClick r:id="rId2"/>
              </a:rPr>
              <a:t>https://zf-lifetec.com/products</a:t>
            </a:r>
            <a:r>
              <a:rPr lang="en-US" dirty="0"/>
              <a:t>). Each seat contains at least:</a:t>
            </a:r>
          </a:p>
          <a:p>
            <a:pPr marL="351450" lvl="1" indent="-171450">
              <a:buFont typeface="Arial" panose="020B0604020202020204" pitchFamily="34" charset="0"/>
              <a:buChar char="•"/>
            </a:pPr>
            <a:r>
              <a:rPr lang="en-US" dirty="0"/>
              <a:t>ACR8/ACR8s (Active Controlled </a:t>
            </a:r>
            <a:r>
              <a:rPr lang="en-US" dirty="0" err="1"/>
              <a:t>Reatractor</a:t>
            </a:r>
            <a:r>
              <a:rPr lang="en-US" dirty="0"/>
              <a:t>)</a:t>
            </a:r>
          </a:p>
          <a:p>
            <a:pPr marL="351450" lvl="1" indent="-171450">
              <a:buFont typeface="Arial" panose="020B0604020202020204" pitchFamily="34" charset="0"/>
              <a:buChar char="•"/>
            </a:pPr>
            <a:r>
              <a:rPr lang="en-US" dirty="0"/>
              <a:t>ABL/ACB (Active Buckle Lifter/Active Controlled Buckle) with ISB (Illuminated Seat Buckle)</a:t>
            </a:r>
          </a:p>
          <a:p>
            <a:pPr marL="351450" lvl="1" indent="-171450">
              <a:buFont typeface="Arial" panose="020B0604020202020204" pitchFamily="34" charset="0"/>
              <a:buChar char="•"/>
            </a:pPr>
            <a:r>
              <a:rPr lang="en-US" dirty="0"/>
              <a:t>HB 2.0 (Heated Belt)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more detailed information of the components see next slide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this components are controlled via Rapid Prototyping Units</a:t>
            </a:r>
          </a:p>
          <a:p>
            <a:pPr marL="351450" lvl="1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3" action="ppaction://hlinkfile"/>
              </a:rPr>
              <a:t>Adcos Panther</a:t>
            </a:r>
            <a:endParaRPr lang="en-US" dirty="0"/>
          </a:p>
          <a:p>
            <a:pPr marL="351450" lvl="1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Adcos Puma PTM</a:t>
            </a:r>
            <a:endParaRPr lang="en-US" dirty="0"/>
          </a:p>
          <a:p>
            <a:pPr marL="351450" lvl="1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Nvidia Jetson Orin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14C5D-E7C4-3532-D5D1-9A44DFDDE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3AD3C-0635-8C2D-4FF5-B8DE37AB3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pPr/>
              <a:t>4</a:t>
            </a:fld>
            <a:endParaRPr lang="de-DE" dirty="0"/>
          </a:p>
        </p:txBody>
      </p:sp>
      <p:pic>
        <p:nvPicPr>
          <p:cNvPr id="8" name="Grafik 35">
            <a:extLst>
              <a:ext uri="{FF2B5EF4-FFF2-40B4-BE49-F238E27FC236}">
                <a16:creationId xmlns:a16="http://schemas.microsoft.com/office/drawing/2014/main" id="{FBCC666B-545E-68C5-A9E7-EA1C2EB049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884" y="1447800"/>
            <a:ext cx="176865" cy="235820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3000ED8A-C924-5BAC-4477-DD8D6353A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02232" flipH="1">
            <a:off x="6468757" y="1661172"/>
            <a:ext cx="439687" cy="28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c:\Temp\radE2468.tmp">
            <a:extLst>
              <a:ext uri="{FF2B5EF4-FFF2-40B4-BE49-F238E27FC236}">
                <a16:creationId xmlns:a16="http://schemas.microsoft.com/office/drawing/2014/main" id="{0263B3BE-A8BC-27C3-7ADF-6BF8DE4D3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605" y="1659371"/>
            <a:ext cx="160584" cy="19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259178-FB26-308C-CB1B-66A9DDDC4BD7}"/>
              </a:ext>
            </a:extLst>
          </p:cNvPr>
          <p:cNvSpPr txBox="1"/>
          <p:nvPr/>
        </p:nvSpPr>
        <p:spPr>
          <a:xfrm>
            <a:off x="6834814" y="1557832"/>
            <a:ext cx="390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&amp;</a:t>
            </a:r>
          </a:p>
        </p:txBody>
      </p:sp>
      <p:pic>
        <p:nvPicPr>
          <p:cNvPr id="16" name="Grafik 1041">
            <a:extLst>
              <a:ext uri="{FF2B5EF4-FFF2-40B4-BE49-F238E27FC236}">
                <a16:creationId xmlns:a16="http://schemas.microsoft.com/office/drawing/2014/main" id="{19DF9982-53F0-FFA7-AAF9-EAA4D702F66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0153" t="12148" r="21465" b="57220"/>
          <a:stretch/>
        </p:blipFill>
        <p:spPr>
          <a:xfrm>
            <a:off x="2094342" y="1884632"/>
            <a:ext cx="228032" cy="220501"/>
          </a:xfrm>
          <a:prstGeom prst="rect">
            <a:avLst/>
          </a:prstGeom>
        </p:spPr>
      </p:pic>
      <p:pic>
        <p:nvPicPr>
          <p:cNvPr id="17" name="Bild 6">
            <a:extLst>
              <a:ext uri="{FF2B5EF4-FFF2-40B4-BE49-F238E27FC236}">
                <a16:creationId xmlns:a16="http://schemas.microsoft.com/office/drawing/2014/main" id="{02870F1D-4028-4201-5DED-9A1C5A45975B}"/>
              </a:ext>
              <a:ext uri="{147F2762-F138-4A5C-976F-8EAC2B608ADB}">
                <a16:predDERef xmlns:a16="http://schemas.microsoft.com/office/drawing/2014/main" pred="{8B8645F9-92E2-42D8-8C6A-AFF418E9F6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9435" y="2544932"/>
            <a:ext cx="394907" cy="279473"/>
          </a:xfrm>
          <a:prstGeom prst="rect">
            <a:avLst/>
          </a:prstGeom>
        </p:spPr>
      </p:pic>
      <p:pic>
        <p:nvPicPr>
          <p:cNvPr id="18" name="Bild 3">
            <a:extLst>
              <a:ext uri="{FF2B5EF4-FFF2-40B4-BE49-F238E27FC236}">
                <a16:creationId xmlns:a16="http://schemas.microsoft.com/office/drawing/2014/main" id="{513C7CFB-B93F-4FF0-882D-02C536499908}"/>
              </a:ext>
              <a:ext uri="{147F2762-F138-4A5C-976F-8EAC2B608ADB}">
                <a16:predDERef xmlns:a16="http://schemas.microsoft.com/office/drawing/2014/main" pred="{A598BC08-22EE-BBBB-CC02-428A341734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13237" y="2810317"/>
            <a:ext cx="390241" cy="188392"/>
          </a:xfrm>
          <a:prstGeom prst="rect">
            <a:avLst/>
          </a:prstGeom>
        </p:spPr>
      </p:pic>
      <p:pic>
        <p:nvPicPr>
          <p:cNvPr id="19" name="Bild 7">
            <a:extLst>
              <a:ext uri="{FF2B5EF4-FFF2-40B4-BE49-F238E27FC236}">
                <a16:creationId xmlns:a16="http://schemas.microsoft.com/office/drawing/2014/main" id="{A8A92557-E19A-F1C8-6ADA-6800AE137CF9}"/>
              </a:ext>
              <a:ext uri="{147F2762-F138-4A5C-976F-8EAC2B608ADB}">
                <a16:predDERef xmlns:a16="http://schemas.microsoft.com/office/drawing/2014/main" pred="{02870F1D-4028-4201-5DED-9A1C5A4597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2720" y="3018457"/>
            <a:ext cx="245637" cy="24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35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0C93D-A9D9-645E-EC8B-3438FF39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DEMo CAR </a:t>
            </a:r>
            <a:r>
              <a:rPr lang="en-AU" b="0"/>
              <a:t>Architecture </a:t>
            </a:r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642B07B-3164-8445-935E-AB584BB85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10" y="1010813"/>
            <a:ext cx="7335274" cy="3162741"/>
          </a:xfrm>
          <a:prstGeom prst="rect">
            <a:avLst/>
          </a:prstGeom>
        </p:spPr>
      </p:pic>
      <p:pic>
        <p:nvPicPr>
          <p:cNvPr id="1028" name="Picture 4" descr="Autositz-Symbol, Vektorgrafik, Symboldesign | Premium Vektor">
            <a:extLst>
              <a:ext uri="{FF2B5EF4-FFF2-40B4-BE49-F238E27FC236}">
                <a16:creationId xmlns:a16="http://schemas.microsoft.com/office/drawing/2014/main" id="{A50A29BF-AA0C-FA7A-AA8B-3F45DE1A4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7" t="14846" r="12126" b="13687"/>
          <a:stretch/>
        </p:blipFill>
        <p:spPr bwMode="auto">
          <a:xfrm>
            <a:off x="2944301" y="1721795"/>
            <a:ext cx="853975" cy="82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Autositz-Symbol, Vektorgrafik, Symboldesign | Premium Vektor">
            <a:extLst>
              <a:ext uri="{FF2B5EF4-FFF2-40B4-BE49-F238E27FC236}">
                <a16:creationId xmlns:a16="http://schemas.microsoft.com/office/drawing/2014/main" id="{595658F0-A805-3653-FF13-073682E92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7" t="14846" r="12126" b="13687"/>
          <a:stretch/>
        </p:blipFill>
        <p:spPr bwMode="auto">
          <a:xfrm>
            <a:off x="2944300" y="2544464"/>
            <a:ext cx="853975" cy="82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Autositz-Symbol, Vektorgrafik, Symboldesign | Premium Vektor">
            <a:extLst>
              <a:ext uri="{FF2B5EF4-FFF2-40B4-BE49-F238E27FC236}">
                <a16:creationId xmlns:a16="http://schemas.microsoft.com/office/drawing/2014/main" id="{6A8EE18D-F844-30D7-B3C8-985CA5890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7" t="14846" r="12126" b="13687"/>
          <a:stretch/>
        </p:blipFill>
        <p:spPr bwMode="auto">
          <a:xfrm>
            <a:off x="5591968" y="1721795"/>
            <a:ext cx="853975" cy="82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Autositz-Symbol, Vektorgrafik, Symboldesign | Premium Vektor">
            <a:extLst>
              <a:ext uri="{FF2B5EF4-FFF2-40B4-BE49-F238E27FC236}">
                <a16:creationId xmlns:a16="http://schemas.microsoft.com/office/drawing/2014/main" id="{CC0D626F-DA6B-3BC6-ACA0-087B296EC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7" t="14846" r="12126" b="13687"/>
          <a:stretch/>
        </p:blipFill>
        <p:spPr bwMode="auto">
          <a:xfrm rot="715984">
            <a:off x="4771818" y="2544464"/>
            <a:ext cx="1270769" cy="82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Autositz-Symbol, Vektorgrafik, Symboldesign | Premium Vektor">
            <a:extLst>
              <a:ext uri="{FF2B5EF4-FFF2-40B4-BE49-F238E27FC236}">
                <a16:creationId xmlns:a16="http://schemas.microsoft.com/office/drawing/2014/main" id="{46CEFEBB-B4D7-5D1C-6A7F-485BD73FF7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7" t="14846" r="12126" b="13687"/>
          <a:stretch/>
        </p:blipFill>
        <p:spPr bwMode="auto">
          <a:xfrm flipH="1">
            <a:off x="4567047" y="1721794"/>
            <a:ext cx="853975" cy="82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6849A979-A787-F9C8-1D0E-3694AD19AB50}"/>
              </a:ext>
            </a:extLst>
          </p:cNvPr>
          <p:cNvCxnSpPr/>
          <p:nvPr/>
        </p:nvCxnSpPr>
        <p:spPr>
          <a:xfrm>
            <a:off x="6926094" y="1640732"/>
            <a:ext cx="0" cy="1848889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A4661C01-3BDA-9609-FAE6-C0859404CAB7}"/>
              </a:ext>
            </a:extLst>
          </p:cNvPr>
          <p:cNvSpPr txBox="1"/>
          <p:nvPr/>
        </p:nvSpPr>
        <p:spPr>
          <a:xfrm>
            <a:off x="7142551" y="1746606"/>
            <a:ext cx="5273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Backbone</a:t>
            </a:r>
            <a:endParaRPr kumimoji="0" lang="de-DE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1030" name="Picture 6" descr="MicroAutoBox II | ASES">
            <a:extLst>
              <a:ext uri="{FF2B5EF4-FFF2-40B4-BE49-F238E27FC236}">
                <a16:creationId xmlns:a16="http://schemas.microsoft.com/office/drawing/2014/main" id="{0D70A6EE-71B1-E3AD-256C-00FAE1142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548" y="2009406"/>
            <a:ext cx="725394" cy="4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AEF4D6BA-57C1-751C-4136-990225B7DF7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3481"/>
          <a:stretch/>
        </p:blipFill>
        <p:spPr>
          <a:xfrm>
            <a:off x="2281216" y="2839250"/>
            <a:ext cx="519641" cy="519641"/>
          </a:xfrm>
          <a:prstGeom prst="rect">
            <a:avLst/>
          </a:prstGeom>
        </p:spPr>
      </p:pic>
      <p:pic>
        <p:nvPicPr>
          <p:cNvPr id="24" name="Picture 12" descr="adcos - PUMA">
            <a:extLst>
              <a:ext uri="{FF2B5EF4-FFF2-40B4-BE49-F238E27FC236}">
                <a16:creationId xmlns:a16="http://schemas.microsoft.com/office/drawing/2014/main" id="{0BF9F5F8-E5FB-6D96-E95A-6EDE77C9A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939" y="2589243"/>
            <a:ext cx="493971" cy="27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Bildergebnis für jetson orin ">
            <a:extLst>
              <a:ext uri="{FF2B5EF4-FFF2-40B4-BE49-F238E27FC236}">
                <a16:creationId xmlns:a16="http://schemas.microsoft.com/office/drawing/2014/main" id="{EC8BD2EE-E7B0-7ECF-FA8D-3AB31E69B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610" y="3011789"/>
            <a:ext cx="450201" cy="31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CC24423F-90F0-5A99-B426-01049A8BE21A}"/>
              </a:ext>
            </a:extLst>
          </p:cNvPr>
          <p:cNvSpPr txBox="1"/>
          <p:nvPr/>
        </p:nvSpPr>
        <p:spPr>
          <a:xfrm>
            <a:off x="5101541" y="2876360"/>
            <a:ext cx="3799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Zero-G</a:t>
            </a:r>
          </a:p>
        </p:txBody>
      </p:sp>
      <p:pic>
        <p:nvPicPr>
          <p:cNvPr id="27" name="Picture 8" descr="Bildergebnis für monstar pico camera">
            <a:extLst>
              <a:ext uri="{FF2B5EF4-FFF2-40B4-BE49-F238E27FC236}">
                <a16:creationId xmlns:a16="http://schemas.microsoft.com/office/drawing/2014/main" id="{2412916C-2614-CF32-CF98-C5FB7427F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539" y="2340241"/>
            <a:ext cx="426412" cy="42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feld 24">
            <a:extLst>
              <a:ext uri="{FF2B5EF4-FFF2-40B4-BE49-F238E27FC236}">
                <a16:creationId xmlns:a16="http://schemas.microsoft.com/office/drawing/2014/main" id="{7F1CA0B6-9DE4-A88C-3446-06793EB3E79D}"/>
              </a:ext>
            </a:extLst>
          </p:cNvPr>
          <p:cNvSpPr txBox="1"/>
          <p:nvPr/>
        </p:nvSpPr>
        <p:spPr>
          <a:xfrm>
            <a:off x="6848295" y="467651"/>
            <a:ext cx="214155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3" fontAlgn="base">
              <a:spcAft>
                <a:spcPct val="0"/>
              </a:spcAft>
            </a:pPr>
            <a:r>
              <a:rPr lang="en-US" sz="900" b="1" kern="0">
                <a:solidFill>
                  <a:srgbClr val="000000"/>
                </a:solidFill>
                <a:latin typeface="+mj-lt"/>
              </a:rPr>
              <a:t>Seat Requirements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Full electrical adjustable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Seat heat sensor 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Seat position sensor  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Rotation and Uplift mechanism</a:t>
            </a:r>
          </a:p>
          <a:p>
            <a:pPr defTabSz="914103" fontAlgn="base">
              <a:spcAft>
                <a:spcPct val="0"/>
              </a:spcAft>
            </a:pPr>
            <a:endParaRPr lang="en-US" sz="900" kern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9" name="Textfeld 24">
            <a:extLst>
              <a:ext uri="{FF2B5EF4-FFF2-40B4-BE49-F238E27FC236}">
                <a16:creationId xmlns:a16="http://schemas.microsoft.com/office/drawing/2014/main" id="{CEC16757-1EC3-3C92-5D65-BDF2517E644E}"/>
              </a:ext>
            </a:extLst>
          </p:cNvPr>
          <p:cNvSpPr txBox="1"/>
          <p:nvPr/>
        </p:nvSpPr>
        <p:spPr>
          <a:xfrm>
            <a:off x="81203" y="3293641"/>
            <a:ext cx="1036843" cy="5693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3" fontAlgn="base">
              <a:spcAft>
                <a:spcPct val="0"/>
              </a:spcAft>
            </a:pPr>
            <a:r>
              <a:rPr lang="en-US" sz="900" b="1" kern="0">
                <a:solidFill>
                  <a:srgbClr val="000000"/>
                </a:solidFill>
                <a:latin typeface="+mj-lt"/>
              </a:rPr>
              <a:t>TOF</a:t>
            </a:r>
            <a:r>
              <a:rPr lang="en-US" sz="900" kern="0">
                <a:solidFill>
                  <a:srgbClr val="000000"/>
                </a:solidFill>
                <a:latin typeface="+mj-lt"/>
              </a:rPr>
              <a:t> camera  </a:t>
            </a:r>
          </a:p>
          <a:p>
            <a:pPr defTabSz="914103" fontAlgn="base">
              <a:spcAft>
                <a:spcPct val="0"/>
              </a:spcAft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Occupant Monitoring and Classification </a:t>
            </a:r>
          </a:p>
          <a:p>
            <a:pPr defTabSz="914103" fontAlgn="base">
              <a:spcAft>
                <a:spcPct val="0"/>
              </a:spcAft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(SIMI)</a:t>
            </a:r>
          </a:p>
        </p:txBody>
      </p:sp>
      <p:pic>
        <p:nvPicPr>
          <p:cNvPr id="30" name="Picture 8" descr="c:\Temp\radE2468.tmp">
            <a:extLst>
              <a:ext uri="{FF2B5EF4-FFF2-40B4-BE49-F238E27FC236}">
                <a16:creationId xmlns:a16="http://schemas.microsoft.com/office/drawing/2014/main" id="{77D88571-C539-89D8-9E8B-4BCFA0DE2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287" y="2325326"/>
            <a:ext cx="160584" cy="19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8" descr="c:\Temp\radE2468.tmp">
            <a:extLst>
              <a:ext uri="{FF2B5EF4-FFF2-40B4-BE49-F238E27FC236}">
                <a16:creationId xmlns:a16="http://schemas.microsoft.com/office/drawing/2014/main" id="{D8F2F683-0B66-3992-773A-E61A77BE4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915" y="3145157"/>
            <a:ext cx="160584" cy="19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358E3F49-83C1-23AF-2EA6-D8E0F743FE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8203" y="2215439"/>
            <a:ext cx="246768" cy="329024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61B9A19A-45E7-BEC9-A34E-8CE5873FA5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0234" y="3030996"/>
            <a:ext cx="246768" cy="329024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3DE5378D-CCD6-A7C7-1630-0A198C5097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989917">
            <a:off x="4521705" y="2031729"/>
            <a:ext cx="246768" cy="329024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73776059-531E-934D-FE7E-D2087008A2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117853">
            <a:off x="6227424" y="2020130"/>
            <a:ext cx="246768" cy="329024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F947F7D2-EE47-2BF7-1875-AF61B78CBDE1}"/>
              </a:ext>
            </a:extLst>
          </p:cNvPr>
          <p:cNvSpPr txBox="1"/>
          <p:nvPr/>
        </p:nvSpPr>
        <p:spPr>
          <a:xfrm>
            <a:off x="3654086" y="2091523"/>
            <a:ext cx="2196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48V</a:t>
            </a:r>
          </a:p>
        </p:txBody>
      </p:sp>
      <p:sp>
        <p:nvSpPr>
          <p:cNvPr id="41" name="Textfeld 24">
            <a:extLst>
              <a:ext uri="{FF2B5EF4-FFF2-40B4-BE49-F238E27FC236}">
                <a16:creationId xmlns:a16="http://schemas.microsoft.com/office/drawing/2014/main" id="{1A369957-9BF1-C7D4-36DC-448459E178ED}"/>
              </a:ext>
            </a:extLst>
          </p:cNvPr>
          <p:cNvSpPr txBox="1"/>
          <p:nvPr/>
        </p:nvSpPr>
        <p:spPr>
          <a:xfrm>
            <a:off x="2836011" y="3836394"/>
            <a:ext cx="1380391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3" fontAlgn="base">
              <a:spcAft>
                <a:spcPct val="0"/>
              </a:spcAft>
            </a:pPr>
            <a:r>
              <a:rPr lang="en-US" sz="900" b="1" kern="0">
                <a:solidFill>
                  <a:srgbClr val="000000"/>
                </a:solidFill>
                <a:latin typeface="+mj-lt"/>
              </a:rPr>
              <a:t>Driver Seat </a:t>
            </a:r>
            <a:r>
              <a:rPr lang="en-US" sz="900" kern="0">
                <a:solidFill>
                  <a:srgbClr val="000000"/>
                </a:solidFill>
                <a:latin typeface="+mj-lt"/>
              </a:rPr>
              <a:t>with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ACR8 &amp; WMS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IR Belt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ISB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Weight Sensors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SWS with HOD and HMI</a:t>
            </a:r>
          </a:p>
        </p:txBody>
      </p:sp>
      <p:sp>
        <p:nvSpPr>
          <p:cNvPr id="42" name="Textfeld 24">
            <a:extLst>
              <a:ext uri="{FF2B5EF4-FFF2-40B4-BE49-F238E27FC236}">
                <a16:creationId xmlns:a16="http://schemas.microsoft.com/office/drawing/2014/main" id="{31B6AD7A-A705-B1FD-0CBC-512D76873CBD}"/>
              </a:ext>
            </a:extLst>
          </p:cNvPr>
          <p:cNvSpPr txBox="1"/>
          <p:nvPr/>
        </p:nvSpPr>
        <p:spPr>
          <a:xfrm>
            <a:off x="2746284" y="629151"/>
            <a:ext cx="138039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3" fontAlgn="base">
              <a:spcAft>
                <a:spcPct val="0"/>
              </a:spcAft>
            </a:pPr>
            <a:r>
              <a:rPr lang="en-US" sz="900" b="1" kern="0">
                <a:solidFill>
                  <a:srgbClr val="000000"/>
                </a:solidFill>
                <a:latin typeface="+mj-lt"/>
              </a:rPr>
              <a:t>Passenger Seat </a:t>
            </a:r>
            <a:r>
              <a:rPr lang="en-US" sz="900" kern="0">
                <a:solidFill>
                  <a:srgbClr val="000000"/>
                </a:solidFill>
                <a:latin typeface="+mj-lt"/>
              </a:rPr>
              <a:t>with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48V ACR with WMS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Heatbelt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ISB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Weight Sensors</a:t>
            </a:r>
          </a:p>
          <a:p>
            <a:pPr defTabSz="914103" fontAlgn="base">
              <a:spcAft>
                <a:spcPct val="0"/>
              </a:spcAft>
            </a:pPr>
            <a:endParaRPr lang="en-US" sz="900" kern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3" name="Textfeld 24">
            <a:extLst>
              <a:ext uri="{FF2B5EF4-FFF2-40B4-BE49-F238E27FC236}">
                <a16:creationId xmlns:a16="http://schemas.microsoft.com/office/drawing/2014/main" id="{4939B76C-1795-EA10-E8B9-3940839B7FC0}"/>
              </a:ext>
            </a:extLst>
          </p:cNvPr>
          <p:cNvSpPr txBox="1"/>
          <p:nvPr/>
        </p:nvSpPr>
        <p:spPr>
          <a:xfrm>
            <a:off x="4718791" y="520209"/>
            <a:ext cx="1517832" cy="11387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3" fontAlgn="base">
              <a:spcAft>
                <a:spcPct val="0"/>
              </a:spcAft>
            </a:pPr>
            <a:r>
              <a:rPr lang="en-US" sz="900" b="1" kern="0">
                <a:solidFill>
                  <a:srgbClr val="000000"/>
                </a:solidFill>
                <a:latin typeface="+mj-lt"/>
              </a:rPr>
              <a:t>2. Row Reverse Seats </a:t>
            </a:r>
            <a:r>
              <a:rPr lang="en-US" sz="900" kern="0">
                <a:solidFill>
                  <a:srgbClr val="000000"/>
                </a:solidFill>
                <a:latin typeface="+mj-lt"/>
              </a:rPr>
              <a:t>with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ACR8.S with WMS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E-Locking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Heatbelt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ACB Buckle with ISB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Rotation Sensor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900" kern="0">
              <a:solidFill>
                <a:srgbClr val="000000"/>
              </a:solidFill>
              <a:latin typeface="+mj-lt"/>
            </a:endParaRPr>
          </a:p>
          <a:p>
            <a:pPr defTabSz="914103" fontAlgn="base">
              <a:spcAft>
                <a:spcPct val="0"/>
              </a:spcAft>
            </a:pPr>
            <a:endParaRPr lang="en-US" sz="900" kern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4" name="Textfeld 24">
            <a:extLst>
              <a:ext uri="{FF2B5EF4-FFF2-40B4-BE49-F238E27FC236}">
                <a16:creationId xmlns:a16="http://schemas.microsoft.com/office/drawing/2014/main" id="{769338F5-F3E0-5018-0E81-109A094EC0D2}"/>
              </a:ext>
            </a:extLst>
          </p:cNvPr>
          <p:cNvSpPr txBox="1"/>
          <p:nvPr/>
        </p:nvSpPr>
        <p:spPr>
          <a:xfrm>
            <a:off x="5122943" y="3803507"/>
            <a:ext cx="151783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3" fontAlgn="base">
              <a:spcAft>
                <a:spcPct val="0"/>
              </a:spcAft>
            </a:pPr>
            <a:r>
              <a:rPr lang="en-US" sz="900" b="1" kern="0">
                <a:solidFill>
                  <a:srgbClr val="000000"/>
                </a:solidFill>
                <a:latin typeface="+mj-lt"/>
              </a:rPr>
              <a:t>Zero G Seat </a:t>
            </a:r>
            <a:r>
              <a:rPr lang="en-US" sz="900" kern="0">
                <a:solidFill>
                  <a:srgbClr val="000000"/>
                </a:solidFill>
                <a:latin typeface="+mj-lt"/>
              </a:rPr>
              <a:t>with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ACR8.S with WMS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E-Locking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Heatbelt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ACB/ABL Buckle with ISB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Reversible Seat Ramp</a:t>
            </a:r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7C82031B-7133-4690-D205-C9400A498A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39531">
            <a:off x="5678982" y="2991585"/>
            <a:ext cx="246768" cy="329024"/>
          </a:xfrm>
          <a:prstGeom prst="rect">
            <a:avLst/>
          </a:prstGeom>
        </p:spPr>
      </p:pic>
      <p:pic>
        <p:nvPicPr>
          <p:cNvPr id="50" name="Picture 14" descr="Bildergebnis für tablet">
            <a:extLst>
              <a:ext uri="{FF2B5EF4-FFF2-40B4-BE49-F238E27FC236}">
                <a16:creationId xmlns:a16="http://schemas.microsoft.com/office/drawing/2014/main" id="{CF83DE0F-20AF-520D-C031-0EB80E9CF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899" y="542618"/>
            <a:ext cx="519641" cy="5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feld 24">
            <a:extLst>
              <a:ext uri="{FF2B5EF4-FFF2-40B4-BE49-F238E27FC236}">
                <a16:creationId xmlns:a16="http://schemas.microsoft.com/office/drawing/2014/main" id="{FC4B7060-4675-60A5-1983-A78CEA2DC6E4}"/>
              </a:ext>
            </a:extLst>
          </p:cNvPr>
          <p:cNvSpPr txBox="1"/>
          <p:nvPr/>
        </p:nvSpPr>
        <p:spPr>
          <a:xfrm>
            <a:off x="1263150" y="983660"/>
            <a:ext cx="9348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3" fontAlgn="base">
              <a:spcAft>
                <a:spcPct val="0"/>
              </a:spcAft>
            </a:pPr>
            <a:r>
              <a:rPr lang="en-US" sz="900" b="1" kern="0">
                <a:solidFill>
                  <a:srgbClr val="000000"/>
                </a:solidFill>
                <a:latin typeface="+mj-lt"/>
              </a:rPr>
              <a:t>Tablet </a:t>
            </a:r>
            <a:r>
              <a:rPr lang="en-US" sz="900" kern="0">
                <a:solidFill>
                  <a:srgbClr val="000000"/>
                </a:solidFill>
                <a:latin typeface="+mj-lt"/>
              </a:rPr>
              <a:t>for control and visualization</a:t>
            </a:r>
          </a:p>
        </p:txBody>
      </p:sp>
      <p:sp>
        <p:nvSpPr>
          <p:cNvPr id="53" name="Textfeld 24">
            <a:extLst>
              <a:ext uri="{FF2B5EF4-FFF2-40B4-BE49-F238E27FC236}">
                <a16:creationId xmlns:a16="http://schemas.microsoft.com/office/drawing/2014/main" id="{8F0F8669-60E2-7BD3-4323-21231E692C0F}"/>
              </a:ext>
            </a:extLst>
          </p:cNvPr>
          <p:cNvSpPr txBox="1"/>
          <p:nvPr/>
        </p:nvSpPr>
        <p:spPr>
          <a:xfrm>
            <a:off x="7107239" y="3774839"/>
            <a:ext cx="1946306" cy="1000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3" fontAlgn="base">
              <a:spcAft>
                <a:spcPct val="0"/>
              </a:spcAft>
            </a:pPr>
            <a:r>
              <a:rPr lang="en-US" sz="900" b="1" kern="0" dirty="0">
                <a:solidFill>
                  <a:srgbClr val="000000"/>
                </a:solidFill>
                <a:latin typeface="+mj-lt"/>
              </a:rPr>
              <a:t>Backbone with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 dirty="0">
                <a:solidFill>
                  <a:srgbClr val="000000"/>
                </a:solidFill>
                <a:latin typeface="+mj-lt"/>
              </a:rPr>
              <a:t>Rapid Prototype Boxes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 dirty="0">
                <a:solidFill>
                  <a:srgbClr val="000000"/>
                </a:solidFill>
                <a:latin typeface="+mj-lt"/>
              </a:rPr>
              <a:t>Data Loggers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 dirty="0">
                <a:solidFill>
                  <a:srgbClr val="000000"/>
                </a:solidFill>
                <a:latin typeface="+mj-lt"/>
              </a:rPr>
              <a:t>Sound Generator with Loudspeaker 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 dirty="0">
                <a:solidFill>
                  <a:srgbClr val="000000"/>
                </a:solidFill>
                <a:latin typeface="+mj-lt"/>
              </a:rPr>
              <a:t>Airbag Deployment Simulator</a:t>
            </a:r>
          </a:p>
          <a:p>
            <a:pPr marL="171450" indent="-171450" defTabSz="914103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kern="0" dirty="0">
                <a:solidFill>
                  <a:srgbClr val="000000"/>
                </a:solidFill>
                <a:latin typeface="+mj-lt"/>
              </a:rPr>
              <a:t>Router and Power Supply</a:t>
            </a:r>
          </a:p>
          <a:p>
            <a:pPr defTabSz="914103" fontAlgn="base">
              <a:spcAft>
                <a:spcPct val="0"/>
              </a:spcAft>
            </a:pPr>
            <a:endParaRPr lang="en-US" sz="900" kern="0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55" name="Grafik 54">
            <a:extLst>
              <a:ext uri="{FF2B5EF4-FFF2-40B4-BE49-F238E27FC236}">
                <a16:creationId xmlns:a16="http://schemas.microsoft.com/office/drawing/2014/main" id="{FCEF56B1-2F71-53E6-C55C-58A5B646585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39" t="-5044" r="13824" b="20458"/>
          <a:stretch/>
        </p:blipFill>
        <p:spPr>
          <a:xfrm>
            <a:off x="4498585" y="2317177"/>
            <a:ext cx="287062" cy="202838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C1AE30B4-56A1-280C-66DC-EE7BE263842D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39" t="-5044" r="13824" b="20458"/>
          <a:stretch/>
        </p:blipFill>
        <p:spPr>
          <a:xfrm>
            <a:off x="5913739" y="2905105"/>
            <a:ext cx="293556" cy="248298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11AB5C78-C08C-DA45-E816-FC2F5011234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989917">
            <a:off x="5800149" y="646468"/>
            <a:ext cx="126302" cy="168403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8BE76E05-F0DA-5589-2EDF-F2B7670FE88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39" t="-5044" r="13824" b="20458"/>
          <a:stretch/>
        </p:blipFill>
        <p:spPr>
          <a:xfrm>
            <a:off x="6335441" y="1804141"/>
            <a:ext cx="260694" cy="220502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65D6EA4D-F9EC-BB23-5DDF-7855A40D30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989917">
            <a:off x="3888004" y="750615"/>
            <a:ext cx="126302" cy="168403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6DE610D1-B3AB-9260-FBDD-A8BA59F0D4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989917">
            <a:off x="6191654" y="3920421"/>
            <a:ext cx="126302" cy="168403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2BD641C6-7B41-9829-498B-367B527183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989917">
            <a:off x="3674796" y="3974490"/>
            <a:ext cx="126302" cy="168403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FD139B0F-C876-AE76-A592-1561DAF06219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39" t="-5044" r="13824" b="20458"/>
          <a:stretch/>
        </p:blipFill>
        <p:spPr>
          <a:xfrm>
            <a:off x="5789380" y="4050835"/>
            <a:ext cx="162099" cy="137108"/>
          </a:xfrm>
          <a:prstGeom prst="rect">
            <a:avLst/>
          </a:prstGeom>
        </p:spPr>
      </p:pic>
      <p:pic>
        <p:nvPicPr>
          <p:cNvPr id="1024" name="Grafik 1023">
            <a:extLst>
              <a:ext uri="{FF2B5EF4-FFF2-40B4-BE49-F238E27FC236}">
                <a16:creationId xmlns:a16="http://schemas.microsoft.com/office/drawing/2014/main" id="{239E0B88-617F-F7E4-342B-4382F5AAB87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39" t="-5044" r="13824" b="20458"/>
          <a:stretch/>
        </p:blipFill>
        <p:spPr>
          <a:xfrm>
            <a:off x="5411696" y="784979"/>
            <a:ext cx="162099" cy="137108"/>
          </a:xfrm>
          <a:prstGeom prst="rect">
            <a:avLst/>
          </a:prstGeom>
        </p:spPr>
      </p:pic>
      <p:pic>
        <p:nvPicPr>
          <p:cNvPr id="1025" name="Picture 8" descr="c:\Temp\radE2468.tmp">
            <a:extLst>
              <a:ext uri="{FF2B5EF4-FFF2-40B4-BE49-F238E27FC236}">
                <a16:creationId xmlns:a16="http://schemas.microsoft.com/office/drawing/2014/main" id="{FFEA104A-4B61-41DB-2425-1AC4F10BE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157" y="4252671"/>
            <a:ext cx="106274" cy="12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8" descr="c:\Temp\radE2468.tmp">
            <a:extLst>
              <a:ext uri="{FF2B5EF4-FFF2-40B4-BE49-F238E27FC236}">
                <a16:creationId xmlns:a16="http://schemas.microsoft.com/office/drawing/2014/main" id="{1B868B25-321A-2290-ABB2-C784BD787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148" y="1050685"/>
            <a:ext cx="106274" cy="12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6">
            <a:extLst>
              <a:ext uri="{FF2B5EF4-FFF2-40B4-BE49-F238E27FC236}">
                <a16:creationId xmlns:a16="http://schemas.microsoft.com/office/drawing/2014/main" id="{6C246DB3-F2BA-174C-BD98-37436367D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25" y="3037547"/>
            <a:ext cx="579370" cy="28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6">
            <a:extLst>
              <a:ext uri="{FF2B5EF4-FFF2-40B4-BE49-F238E27FC236}">
                <a16:creationId xmlns:a16="http://schemas.microsoft.com/office/drawing/2014/main" id="{4A84ED60-32CA-1E50-AF82-8CA27357A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77728">
            <a:off x="5733837" y="2213624"/>
            <a:ext cx="439687" cy="28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6">
            <a:extLst>
              <a:ext uri="{FF2B5EF4-FFF2-40B4-BE49-F238E27FC236}">
                <a16:creationId xmlns:a16="http://schemas.microsoft.com/office/drawing/2014/main" id="{3698E90B-44D8-AB06-98A1-2FF6EA675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02232" flipH="1">
            <a:off x="4868557" y="2213623"/>
            <a:ext cx="439687" cy="28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6">
            <a:extLst>
              <a:ext uri="{FF2B5EF4-FFF2-40B4-BE49-F238E27FC236}">
                <a16:creationId xmlns:a16="http://schemas.microsoft.com/office/drawing/2014/main" id="{612667B3-2369-5192-57E6-F6D7D4E45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02232" flipH="1">
            <a:off x="5881243" y="1055313"/>
            <a:ext cx="250168" cy="16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6">
            <a:extLst>
              <a:ext uri="{FF2B5EF4-FFF2-40B4-BE49-F238E27FC236}">
                <a16:creationId xmlns:a16="http://schemas.microsoft.com/office/drawing/2014/main" id="{CEDAA571-3985-A5D5-F0EF-05C17470A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02232" flipH="1">
            <a:off x="6535758" y="4304737"/>
            <a:ext cx="250168" cy="16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8" descr="Bildergebnis für monstar pico camera">
            <a:extLst>
              <a:ext uri="{FF2B5EF4-FFF2-40B4-BE49-F238E27FC236}">
                <a16:creationId xmlns:a16="http://schemas.microsoft.com/office/drawing/2014/main" id="{C6BBB96B-B69C-DA17-4678-B1A708C0F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10" y="3544485"/>
            <a:ext cx="286057" cy="28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Grafik 1037">
            <a:extLst>
              <a:ext uri="{FF2B5EF4-FFF2-40B4-BE49-F238E27FC236}">
                <a16:creationId xmlns:a16="http://schemas.microsoft.com/office/drawing/2014/main" id="{3FFF5F05-CCEC-EE45-4DCA-DE0B70F411A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3481"/>
          <a:stretch/>
        </p:blipFill>
        <p:spPr>
          <a:xfrm>
            <a:off x="4171625" y="4519563"/>
            <a:ext cx="125676" cy="125676"/>
          </a:xfrm>
          <a:prstGeom prst="rect">
            <a:avLst/>
          </a:prstGeom>
        </p:spPr>
      </p:pic>
      <p:pic>
        <p:nvPicPr>
          <p:cNvPr id="1042" name="Grafik 1041">
            <a:extLst>
              <a:ext uri="{FF2B5EF4-FFF2-40B4-BE49-F238E27FC236}">
                <a16:creationId xmlns:a16="http://schemas.microsoft.com/office/drawing/2014/main" id="{6D092BCC-839F-B944-5CA5-1C2DCAAD704D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50153" t="12148" r="21465" b="57220"/>
          <a:stretch/>
        </p:blipFill>
        <p:spPr>
          <a:xfrm>
            <a:off x="3229619" y="1881055"/>
            <a:ext cx="228032" cy="220501"/>
          </a:xfrm>
          <a:prstGeom prst="rect">
            <a:avLst/>
          </a:prstGeom>
        </p:spPr>
      </p:pic>
      <p:pic>
        <p:nvPicPr>
          <p:cNvPr id="1043" name="Grafik 1042">
            <a:extLst>
              <a:ext uri="{FF2B5EF4-FFF2-40B4-BE49-F238E27FC236}">
                <a16:creationId xmlns:a16="http://schemas.microsoft.com/office/drawing/2014/main" id="{27C7FDDA-827C-180F-CD7C-84C4DC270822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50153" t="12148" r="21465" b="57220"/>
          <a:stretch/>
        </p:blipFill>
        <p:spPr>
          <a:xfrm>
            <a:off x="4938088" y="1864031"/>
            <a:ext cx="228032" cy="220501"/>
          </a:xfrm>
          <a:prstGeom prst="rect">
            <a:avLst/>
          </a:prstGeom>
        </p:spPr>
      </p:pic>
      <p:pic>
        <p:nvPicPr>
          <p:cNvPr id="1044" name="Grafik 1043">
            <a:extLst>
              <a:ext uri="{FF2B5EF4-FFF2-40B4-BE49-F238E27FC236}">
                <a16:creationId xmlns:a16="http://schemas.microsoft.com/office/drawing/2014/main" id="{AC5C83B8-289D-5352-5C55-A7C0E2B0D119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50153" t="12148" r="21465" b="57220"/>
          <a:stretch/>
        </p:blipFill>
        <p:spPr>
          <a:xfrm>
            <a:off x="5881479" y="1880277"/>
            <a:ext cx="228032" cy="220501"/>
          </a:xfrm>
          <a:prstGeom prst="rect">
            <a:avLst/>
          </a:prstGeom>
        </p:spPr>
      </p:pic>
      <p:pic>
        <p:nvPicPr>
          <p:cNvPr id="1045" name="Grafik 1044">
            <a:extLst>
              <a:ext uri="{FF2B5EF4-FFF2-40B4-BE49-F238E27FC236}">
                <a16:creationId xmlns:a16="http://schemas.microsoft.com/office/drawing/2014/main" id="{90864AFF-13F6-007C-DD47-FBDC7300D740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50153" t="12148" r="21465" b="57220"/>
          <a:stretch/>
        </p:blipFill>
        <p:spPr>
          <a:xfrm>
            <a:off x="5463241" y="2662033"/>
            <a:ext cx="228032" cy="220501"/>
          </a:xfrm>
          <a:prstGeom prst="rect">
            <a:avLst/>
          </a:prstGeom>
        </p:spPr>
      </p:pic>
      <p:pic>
        <p:nvPicPr>
          <p:cNvPr id="1046" name="Grafik 1045">
            <a:extLst>
              <a:ext uri="{FF2B5EF4-FFF2-40B4-BE49-F238E27FC236}">
                <a16:creationId xmlns:a16="http://schemas.microsoft.com/office/drawing/2014/main" id="{FA20DE91-4FE6-3033-BB9A-08FC56E0F08C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50153" t="12148" r="21465" b="57220"/>
          <a:stretch/>
        </p:blipFill>
        <p:spPr>
          <a:xfrm>
            <a:off x="5739289" y="4241997"/>
            <a:ext cx="98304" cy="95057"/>
          </a:xfrm>
          <a:prstGeom prst="rect">
            <a:avLst/>
          </a:prstGeom>
        </p:spPr>
      </p:pic>
      <p:pic>
        <p:nvPicPr>
          <p:cNvPr id="1048" name="Grafik 1047">
            <a:extLst>
              <a:ext uri="{FF2B5EF4-FFF2-40B4-BE49-F238E27FC236}">
                <a16:creationId xmlns:a16="http://schemas.microsoft.com/office/drawing/2014/main" id="{15DD767E-2A91-7BCE-4F60-D4A3766C993F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50153" t="12148" r="21465" b="57220"/>
          <a:stretch/>
        </p:blipFill>
        <p:spPr>
          <a:xfrm>
            <a:off x="3362525" y="937558"/>
            <a:ext cx="98304" cy="95057"/>
          </a:xfrm>
          <a:prstGeom prst="rect">
            <a:avLst/>
          </a:prstGeom>
        </p:spPr>
      </p:pic>
      <p:pic>
        <p:nvPicPr>
          <p:cNvPr id="1049" name="Grafik 1048">
            <a:extLst>
              <a:ext uri="{FF2B5EF4-FFF2-40B4-BE49-F238E27FC236}">
                <a16:creationId xmlns:a16="http://schemas.microsoft.com/office/drawing/2014/main" id="{830F68CF-4F52-73D7-D4B2-541AAAAF4798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50153" t="12148" r="21465" b="57220"/>
          <a:stretch/>
        </p:blipFill>
        <p:spPr>
          <a:xfrm>
            <a:off x="5358050" y="980772"/>
            <a:ext cx="98304" cy="95057"/>
          </a:xfrm>
          <a:prstGeom prst="rect">
            <a:avLst/>
          </a:prstGeom>
        </p:spPr>
      </p:pic>
      <p:pic>
        <p:nvPicPr>
          <p:cNvPr id="1050" name="Picture 10" descr="Stahl Sicherheitsgurtband A 602/413/47 (2200daN) aus Polyester ...">
            <a:extLst>
              <a:ext uri="{FF2B5EF4-FFF2-40B4-BE49-F238E27FC236}">
                <a16:creationId xmlns:a16="http://schemas.microsoft.com/office/drawing/2014/main" id="{09512865-368D-B955-1A3E-B3179BEBE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992" y="2829892"/>
            <a:ext cx="188665" cy="18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10" descr="Stahl Sicherheitsgurtband A 602/413/47 (2200daN) aus Polyester ...">
            <a:extLst>
              <a:ext uri="{FF2B5EF4-FFF2-40B4-BE49-F238E27FC236}">
                <a16:creationId xmlns:a16="http://schemas.microsoft.com/office/drawing/2014/main" id="{4EF9584C-9B3F-AA2D-4048-DB4018CEF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340" y="4111192"/>
            <a:ext cx="141479" cy="14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2" name="Textfeld 1051">
            <a:extLst>
              <a:ext uri="{FF2B5EF4-FFF2-40B4-BE49-F238E27FC236}">
                <a16:creationId xmlns:a16="http://schemas.microsoft.com/office/drawing/2014/main" id="{E984B94E-3910-2D81-2E2B-640E70C59EBC}"/>
              </a:ext>
            </a:extLst>
          </p:cNvPr>
          <p:cNvSpPr txBox="1"/>
          <p:nvPr/>
        </p:nvSpPr>
        <p:spPr>
          <a:xfrm>
            <a:off x="3221716" y="2754945"/>
            <a:ext cx="1106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IR</a:t>
            </a:r>
          </a:p>
        </p:txBody>
      </p:sp>
      <p:sp>
        <p:nvSpPr>
          <p:cNvPr id="1053" name="Isosceles Triangle 22">
            <a:extLst>
              <a:ext uri="{FF2B5EF4-FFF2-40B4-BE49-F238E27FC236}">
                <a16:creationId xmlns:a16="http://schemas.microsoft.com/office/drawing/2014/main" id="{6686DB1A-839F-1151-175F-C3674A861F89}"/>
              </a:ext>
            </a:extLst>
          </p:cNvPr>
          <p:cNvSpPr/>
          <p:nvPr/>
        </p:nvSpPr>
        <p:spPr>
          <a:xfrm rot="16044572">
            <a:off x="2206341" y="2179708"/>
            <a:ext cx="685683" cy="688165"/>
          </a:xfrm>
          <a:prstGeom prst="triangle">
            <a:avLst/>
          </a:prstGeom>
          <a:solidFill>
            <a:schemeClr val="accent1">
              <a:lumMod val="20000"/>
              <a:lumOff val="80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04008A3-B44D-D005-427D-040413204FA0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r="48011"/>
          <a:stretch/>
        </p:blipFill>
        <p:spPr>
          <a:xfrm>
            <a:off x="6700311" y="2510115"/>
            <a:ext cx="209066" cy="27057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3556727-E246-EFC1-FF68-0FA4F90F3212}"/>
              </a:ext>
            </a:extLst>
          </p:cNvPr>
          <p:cNvSpPr txBox="1"/>
          <p:nvPr/>
        </p:nvSpPr>
        <p:spPr>
          <a:xfrm>
            <a:off x="6584076" y="2772762"/>
            <a:ext cx="28693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Radar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B38D1C0-C319-6A84-2A42-6A41451DB3F5}"/>
              </a:ext>
            </a:extLst>
          </p:cNvPr>
          <p:cNvSpPr txBox="1"/>
          <p:nvPr/>
        </p:nvSpPr>
        <p:spPr>
          <a:xfrm>
            <a:off x="1930667" y="2245411"/>
            <a:ext cx="19877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TOF</a:t>
            </a:r>
          </a:p>
        </p:txBody>
      </p:sp>
      <p:sp>
        <p:nvSpPr>
          <p:cNvPr id="6" name="Isosceles Triangle 22">
            <a:extLst>
              <a:ext uri="{FF2B5EF4-FFF2-40B4-BE49-F238E27FC236}">
                <a16:creationId xmlns:a16="http://schemas.microsoft.com/office/drawing/2014/main" id="{EE26E8B3-CFEF-69C1-024F-8A7AF71E35E5}"/>
              </a:ext>
            </a:extLst>
          </p:cNvPr>
          <p:cNvSpPr/>
          <p:nvPr/>
        </p:nvSpPr>
        <p:spPr>
          <a:xfrm rot="5400000">
            <a:off x="6281623" y="2378618"/>
            <a:ext cx="290669" cy="515939"/>
          </a:xfrm>
          <a:prstGeom prst="triangle">
            <a:avLst/>
          </a:prstGeom>
          <a:solidFill>
            <a:schemeClr val="accent1">
              <a:lumMod val="20000"/>
              <a:lumOff val="80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feld 24">
            <a:extLst>
              <a:ext uri="{FF2B5EF4-FFF2-40B4-BE49-F238E27FC236}">
                <a16:creationId xmlns:a16="http://schemas.microsoft.com/office/drawing/2014/main" id="{6722DC2F-3904-4885-5E4A-7F7D96318372}"/>
              </a:ext>
            </a:extLst>
          </p:cNvPr>
          <p:cNvSpPr txBox="1"/>
          <p:nvPr/>
        </p:nvSpPr>
        <p:spPr>
          <a:xfrm>
            <a:off x="8234684" y="2462557"/>
            <a:ext cx="103684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3" fontAlgn="base">
              <a:spcAft>
                <a:spcPct val="0"/>
              </a:spcAft>
            </a:pPr>
            <a:r>
              <a:rPr lang="en-US" sz="1000" b="1" kern="0">
                <a:solidFill>
                  <a:srgbClr val="000000"/>
                </a:solidFill>
                <a:latin typeface="+mj-lt"/>
              </a:rPr>
              <a:t>Radar </a:t>
            </a:r>
          </a:p>
          <a:p>
            <a:pPr defTabSz="914103" fontAlgn="base">
              <a:spcAft>
                <a:spcPct val="0"/>
              </a:spcAft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Child Presence</a:t>
            </a:r>
          </a:p>
          <a:p>
            <a:pPr defTabSz="914103" fontAlgn="base">
              <a:spcAft>
                <a:spcPct val="0"/>
              </a:spcAft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(SIMI)</a:t>
            </a:r>
            <a:endParaRPr lang="en-US" sz="800" kern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2A0BDFA-6E48-4DA2-8A06-C161F537281A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r="48011"/>
          <a:stretch/>
        </p:blipFill>
        <p:spPr>
          <a:xfrm>
            <a:off x="8614477" y="2436135"/>
            <a:ext cx="136413" cy="176546"/>
          </a:xfrm>
          <a:prstGeom prst="rect">
            <a:avLst/>
          </a:prstGeom>
        </p:spPr>
      </p:pic>
      <p:pic>
        <p:nvPicPr>
          <p:cNvPr id="9" name="Picture 14" descr="Bildergebnis für tablet">
            <a:extLst>
              <a:ext uri="{FF2B5EF4-FFF2-40B4-BE49-F238E27FC236}">
                <a16:creationId xmlns:a16="http://schemas.microsoft.com/office/drawing/2014/main" id="{0A20F551-216C-48E2-5B4B-56123DFC0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261" y="1669373"/>
            <a:ext cx="363133" cy="36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Bildergebnis für tablet">
            <a:extLst>
              <a:ext uri="{FF2B5EF4-FFF2-40B4-BE49-F238E27FC236}">
                <a16:creationId xmlns:a16="http://schemas.microsoft.com/office/drawing/2014/main" id="{8B6F7F72-3269-1CEF-FA20-071AC6205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99343">
            <a:off x="3931673" y="2082730"/>
            <a:ext cx="506461" cy="28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5" name="Rechteck: abgerundete Ecken 1054">
            <a:extLst>
              <a:ext uri="{FF2B5EF4-FFF2-40B4-BE49-F238E27FC236}">
                <a16:creationId xmlns:a16="http://schemas.microsoft.com/office/drawing/2014/main" id="{AFBCF2A8-D3E1-6BD3-9259-B8B3CCBB88F6}"/>
              </a:ext>
            </a:extLst>
          </p:cNvPr>
          <p:cNvSpPr/>
          <p:nvPr/>
        </p:nvSpPr>
        <p:spPr>
          <a:xfrm>
            <a:off x="3994732" y="1751973"/>
            <a:ext cx="76765" cy="16029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12" name="Textfeld 24">
            <a:extLst>
              <a:ext uri="{FF2B5EF4-FFF2-40B4-BE49-F238E27FC236}">
                <a16:creationId xmlns:a16="http://schemas.microsoft.com/office/drawing/2014/main" id="{6BDBBFB0-000A-234D-2CFA-0FB71447BA25}"/>
              </a:ext>
            </a:extLst>
          </p:cNvPr>
          <p:cNvSpPr txBox="1"/>
          <p:nvPr/>
        </p:nvSpPr>
        <p:spPr>
          <a:xfrm>
            <a:off x="834210" y="4053553"/>
            <a:ext cx="1536750" cy="5693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3" fontAlgn="base">
              <a:spcAft>
                <a:spcPct val="0"/>
              </a:spcAft>
            </a:pPr>
            <a:r>
              <a:rPr lang="en-US" sz="900" b="1" kern="0">
                <a:solidFill>
                  <a:srgbClr val="000000"/>
                </a:solidFill>
                <a:latin typeface="+mj-lt"/>
              </a:rPr>
              <a:t>Steering Wheel</a:t>
            </a:r>
            <a:r>
              <a:rPr lang="en-US" sz="900" kern="0">
                <a:solidFill>
                  <a:srgbClr val="000000"/>
                </a:solidFill>
                <a:latin typeface="+mj-lt"/>
              </a:rPr>
              <a:t> with HOD and HMI - Demonstrator for Vitality and Vibration Motor and</a:t>
            </a:r>
          </a:p>
          <a:p>
            <a:pPr defTabSz="914103" fontAlgn="base">
              <a:spcAft>
                <a:spcPct val="0"/>
              </a:spcAft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new IRS deployment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D2D9B6B-6280-B8D5-0A8A-7A1A9471B60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3481"/>
          <a:stretch/>
        </p:blipFill>
        <p:spPr>
          <a:xfrm>
            <a:off x="432779" y="4086754"/>
            <a:ext cx="350527" cy="350527"/>
          </a:xfrm>
          <a:prstGeom prst="rect">
            <a:avLst/>
          </a:prstGeom>
        </p:spPr>
      </p:pic>
      <p:sp>
        <p:nvSpPr>
          <p:cNvPr id="14" name="Textfeld 24">
            <a:extLst>
              <a:ext uri="{FF2B5EF4-FFF2-40B4-BE49-F238E27FC236}">
                <a16:creationId xmlns:a16="http://schemas.microsoft.com/office/drawing/2014/main" id="{34236EA9-99E8-2EDF-5BAE-9646591D588E}"/>
              </a:ext>
            </a:extLst>
          </p:cNvPr>
          <p:cNvSpPr txBox="1"/>
          <p:nvPr/>
        </p:nvSpPr>
        <p:spPr>
          <a:xfrm>
            <a:off x="138609" y="1269093"/>
            <a:ext cx="93486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103" fontAlgn="base">
              <a:spcAft>
                <a:spcPct val="0"/>
              </a:spcAft>
            </a:pPr>
            <a:r>
              <a:rPr lang="en-US" sz="900" b="1" kern="0">
                <a:solidFill>
                  <a:srgbClr val="000000"/>
                </a:solidFill>
                <a:latin typeface="+mj-lt"/>
              </a:rPr>
              <a:t>Advanced Occupant Safety </a:t>
            </a:r>
            <a:r>
              <a:rPr lang="en-US" sz="900" kern="0">
                <a:solidFill>
                  <a:srgbClr val="000000"/>
                </a:solidFill>
                <a:latin typeface="+mj-lt"/>
              </a:rPr>
              <a:t>Strategy for Adaptive Restraint with Loudspeaker </a:t>
            </a:r>
          </a:p>
          <a:p>
            <a:pPr defTabSz="914103" fontAlgn="base">
              <a:spcAft>
                <a:spcPct val="0"/>
              </a:spcAft>
            </a:pPr>
            <a:r>
              <a:rPr lang="en-US" sz="900" kern="0">
                <a:solidFill>
                  <a:srgbClr val="000000"/>
                </a:solidFill>
                <a:latin typeface="+mj-lt"/>
              </a:rPr>
              <a:t>(IRS Firing)</a:t>
            </a:r>
          </a:p>
        </p:txBody>
      </p:sp>
      <p:pic>
        <p:nvPicPr>
          <p:cNvPr id="15" name="Picture 4" descr="Bildergebnis für jetson orin ">
            <a:extLst>
              <a:ext uri="{FF2B5EF4-FFF2-40B4-BE49-F238E27FC236}">
                <a16:creationId xmlns:a16="http://schemas.microsoft.com/office/drawing/2014/main" id="{85D0939B-06CC-A9D6-807B-A2AD37CE7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717" y="2994233"/>
            <a:ext cx="450201" cy="31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ildergebnis für lautsprecher">
            <a:extLst>
              <a:ext uri="{FF2B5EF4-FFF2-40B4-BE49-F238E27FC236}">
                <a16:creationId xmlns:a16="http://schemas.microsoft.com/office/drawing/2014/main" id="{752CF242-75F9-8045-B3F1-A1565E949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29" y="812065"/>
            <a:ext cx="437879" cy="41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Bildergebnis für lautsprecher">
            <a:extLst>
              <a:ext uri="{FF2B5EF4-FFF2-40B4-BE49-F238E27FC236}">
                <a16:creationId xmlns:a16="http://schemas.microsoft.com/office/drawing/2014/main" id="{16E3FA21-1ECB-A189-22D5-AD5299C3E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450" y="1745148"/>
            <a:ext cx="266138" cy="25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Bildergebnis für lautsprecher">
            <a:extLst>
              <a:ext uri="{FF2B5EF4-FFF2-40B4-BE49-F238E27FC236}">
                <a16:creationId xmlns:a16="http://schemas.microsoft.com/office/drawing/2014/main" id="{E2F3BD41-5A06-6E83-A785-F90F675E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44734" y="3156627"/>
            <a:ext cx="266138" cy="25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Isosceles Triangle 22">
            <a:extLst>
              <a:ext uri="{FF2B5EF4-FFF2-40B4-BE49-F238E27FC236}">
                <a16:creationId xmlns:a16="http://schemas.microsoft.com/office/drawing/2014/main" id="{0BA4CA0B-1865-FCE0-F3A0-7AA6908A33AF}"/>
              </a:ext>
            </a:extLst>
          </p:cNvPr>
          <p:cNvSpPr/>
          <p:nvPr/>
        </p:nvSpPr>
        <p:spPr>
          <a:xfrm rot="17939136">
            <a:off x="2851160" y="1774163"/>
            <a:ext cx="314003" cy="319306"/>
          </a:xfrm>
          <a:prstGeom prst="triangle">
            <a:avLst/>
          </a:prstGeom>
          <a:solidFill>
            <a:srgbClr val="8BCED3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Isosceles Triangle 22">
            <a:extLst>
              <a:ext uri="{FF2B5EF4-FFF2-40B4-BE49-F238E27FC236}">
                <a16:creationId xmlns:a16="http://schemas.microsoft.com/office/drawing/2014/main" id="{40DEB6D1-A94B-1660-F86A-8DCF8CB76A01}"/>
              </a:ext>
            </a:extLst>
          </p:cNvPr>
          <p:cNvSpPr/>
          <p:nvPr/>
        </p:nvSpPr>
        <p:spPr>
          <a:xfrm rot="13204592">
            <a:off x="4265072" y="2913550"/>
            <a:ext cx="314003" cy="312052"/>
          </a:xfrm>
          <a:prstGeom prst="triangle">
            <a:avLst/>
          </a:prstGeom>
          <a:solidFill>
            <a:srgbClr val="8BCED3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Fußzeilenplatzhalter 3">
            <a:extLst>
              <a:ext uri="{FF2B5EF4-FFF2-40B4-BE49-F238E27FC236}">
                <a16:creationId xmlns:a16="http://schemas.microsoft.com/office/drawing/2014/main" id="{ACD04D68-8551-5506-4C48-F19437AE3D76}"/>
              </a:ext>
            </a:extLst>
          </p:cNvPr>
          <p:cNvSpPr txBox="1">
            <a:spLocks/>
          </p:cNvSpPr>
          <p:nvPr/>
        </p:nvSpPr>
        <p:spPr>
          <a:xfrm>
            <a:off x="1569607" y="4845951"/>
            <a:ext cx="6517238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1"/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2025-03-20 | Heiko Wilken | ZF LIFETEC 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52FB70A0-37BF-9CA2-CAE2-9E2EE645A636}"/>
              </a:ext>
            </a:extLst>
          </p:cNvPr>
          <p:cNvSpPr txBox="1"/>
          <p:nvPr/>
        </p:nvSpPr>
        <p:spPr>
          <a:xfrm>
            <a:off x="4761033" y="3289502"/>
            <a:ext cx="47128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Seat Ramp</a:t>
            </a:r>
          </a:p>
        </p:txBody>
      </p:sp>
      <p:pic>
        <p:nvPicPr>
          <p:cNvPr id="48" name="Picture 6" descr="MicroAutoBox II | ASES">
            <a:extLst>
              <a:ext uri="{FF2B5EF4-FFF2-40B4-BE49-F238E27FC236}">
                <a16:creationId xmlns:a16="http://schemas.microsoft.com/office/drawing/2014/main" id="{D32091D9-BA29-9400-0E85-60D21D6B5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053" y="3892805"/>
            <a:ext cx="196601" cy="11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67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40E647-BD29-D6EE-3F25-73317B6BD3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A53C09-BD71-8568-25A1-A514FBDFB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Communication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381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D6FE28-4119-8DB6-5FCB-058E09C1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654C52-24C0-6839-C74B-A3C8D95C6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main data exchange between the rapid prototyping units and the Car-PC should be CAN</a:t>
            </a:r>
          </a:p>
          <a:p>
            <a:pPr marL="351450" lvl="1" indent="-171450">
              <a:buFont typeface="Arial" panose="020B0604020202020204" pitchFamily="34" charset="0"/>
              <a:buChar char="•"/>
            </a:pPr>
            <a:r>
              <a:rPr lang="en-US" dirty="0"/>
              <a:t>ZF-</a:t>
            </a:r>
            <a:r>
              <a:rPr lang="en-US" dirty="0" err="1"/>
              <a:t>Liftec</a:t>
            </a:r>
            <a:r>
              <a:rPr lang="en-US" dirty="0"/>
              <a:t> will define a DBC-File for the CAN Bus definition and signal conversion rules.</a:t>
            </a:r>
          </a:p>
          <a:p>
            <a:pPr marL="351450" lvl="1" indent="-171450">
              <a:buFont typeface="Arial" panose="020B0604020202020204" pitchFamily="34" charset="0"/>
              <a:buChar char="•"/>
            </a:pPr>
            <a:r>
              <a:rPr lang="en-US" dirty="0"/>
              <a:t>First draft of the Panther to CAR-PC interface can be seen in the provided excel sheet (DRAFT).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case of direct ECU/ rapid prototyping unit parameterization XCP </a:t>
            </a:r>
            <a:r>
              <a:rPr lang="en-US" dirty="0" err="1"/>
              <a:t>Protocoll</a:t>
            </a:r>
            <a:r>
              <a:rPr lang="en-US" dirty="0"/>
              <a:t> via Ethernet can be used.</a:t>
            </a:r>
          </a:p>
          <a:p>
            <a:pPr marL="351450" lvl="1" indent="-171450">
              <a:buFont typeface="Arial" panose="020B0604020202020204" pitchFamily="34" charset="0"/>
              <a:buChar char="•"/>
            </a:pPr>
            <a:r>
              <a:rPr lang="en-US" dirty="0"/>
              <a:t>ZF-</a:t>
            </a:r>
            <a:r>
              <a:rPr lang="en-US" dirty="0" err="1"/>
              <a:t>Liftec</a:t>
            </a:r>
            <a:r>
              <a:rPr lang="en-US" dirty="0"/>
              <a:t> will ship A2L Files where the IP-</a:t>
            </a:r>
            <a:r>
              <a:rPr lang="en-US" dirty="0" err="1"/>
              <a:t>Adresses</a:t>
            </a:r>
            <a:r>
              <a:rPr lang="en-US" dirty="0"/>
              <a:t> and Ports of each ECU are defined as well as </a:t>
            </a:r>
            <a:r>
              <a:rPr lang="en-US" dirty="0" err="1"/>
              <a:t>parmeters</a:t>
            </a:r>
            <a:r>
              <a:rPr lang="en-US" dirty="0"/>
              <a:t> and measurement variables.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exchange of video streams the same Ethernet connection can also be used to transfer the video stream</a:t>
            </a:r>
          </a:p>
          <a:p>
            <a:pPr marL="351450" lvl="1" indent="-171450">
              <a:buFont typeface="Arial" panose="020B0604020202020204" pitchFamily="34" charset="0"/>
              <a:buChar char="•"/>
            </a:pPr>
            <a:r>
              <a:rPr lang="en-US" dirty="0"/>
              <a:t>SIMI (100% subsidiary company) will provide details for it when necessary.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B8D93-6577-62C5-9B5C-5372665A5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YYYY-MM-DD | Contact/Division | Master ZF LIFETEC 2024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BE0CC-7E1E-07C2-6F81-45177327F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7132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0C93D-A9D9-645E-EC8B-3438FF39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DEMo</a:t>
            </a:r>
            <a:r>
              <a:rPr lang="en-AU" dirty="0"/>
              <a:t> CAR Bus Communication</a:t>
            </a:r>
            <a:endParaRPr lang="de-DE" dirty="0">
              <a:solidFill>
                <a:schemeClr val="accent1"/>
              </a:solidFill>
            </a:endParaRPr>
          </a:p>
        </p:txBody>
      </p:sp>
      <p:sp>
        <p:nvSpPr>
          <p:cNvPr id="47" name="Fußzeilenplatzhalter 3">
            <a:extLst>
              <a:ext uri="{FF2B5EF4-FFF2-40B4-BE49-F238E27FC236}">
                <a16:creationId xmlns:a16="http://schemas.microsoft.com/office/drawing/2014/main" id="{ACD04D68-8551-5506-4C48-F19437AE3D76}"/>
              </a:ext>
            </a:extLst>
          </p:cNvPr>
          <p:cNvSpPr txBox="1">
            <a:spLocks/>
          </p:cNvSpPr>
          <p:nvPr/>
        </p:nvSpPr>
        <p:spPr>
          <a:xfrm>
            <a:off x="1569607" y="4845951"/>
            <a:ext cx="6517238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1"/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2026-02-16 | RDUE2-Algo Team | ZF LIFETEC </a:t>
            </a: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BB7D66AF-C73F-C26B-C8D7-DC7C59495D03}"/>
              </a:ext>
            </a:extLst>
          </p:cNvPr>
          <p:cNvSpPr/>
          <p:nvPr/>
        </p:nvSpPr>
        <p:spPr>
          <a:xfrm>
            <a:off x="3136298" y="1528878"/>
            <a:ext cx="2456924" cy="13490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sz="1200" kern="0" dirty="0">
              <a:cs typeface="Tahoma" pitchFamily="34" charset="0"/>
            </a:endParaRP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THINK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cs typeface="Tahoma" pitchFamily="34" charset="0"/>
              </a:rPr>
              <a:t>Panther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053B4C78-2F50-E986-F0C6-134F8DF819FB}"/>
              </a:ext>
            </a:extLst>
          </p:cNvPr>
          <p:cNvSpPr/>
          <p:nvPr/>
        </p:nvSpPr>
        <p:spPr>
          <a:xfrm>
            <a:off x="259041" y="3454938"/>
            <a:ext cx="1084934" cy="5309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ACT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PUMA PTM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Driver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09CE9F0B-8EAC-860C-D861-140CA507FE56}"/>
              </a:ext>
            </a:extLst>
          </p:cNvPr>
          <p:cNvSpPr/>
          <p:nvPr/>
        </p:nvSpPr>
        <p:spPr>
          <a:xfrm>
            <a:off x="1422841" y="3454938"/>
            <a:ext cx="1029442" cy="5309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ACT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PUMA PTM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Passenger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54" name="Rechteck: abgerundete Ecken 53">
            <a:extLst>
              <a:ext uri="{FF2B5EF4-FFF2-40B4-BE49-F238E27FC236}">
                <a16:creationId xmlns:a16="http://schemas.microsoft.com/office/drawing/2014/main" id="{2752AAE0-37DA-92A9-5262-E10F43C4AC38}"/>
              </a:ext>
            </a:extLst>
          </p:cNvPr>
          <p:cNvSpPr/>
          <p:nvPr/>
        </p:nvSpPr>
        <p:spPr>
          <a:xfrm>
            <a:off x="2535260" y="3454938"/>
            <a:ext cx="1043867" cy="67697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ACT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PUMA PTM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Seat RL2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 err="1">
                <a:cs typeface="Tahoma" pitchFamily="34" charset="0"/>
              </a:rPr>
              <a:t>Rear</a:t>
            </a:r>
            <a:r>
              <a:rPr lang="de-DE" sz="1000" kern="0" dirty="0">
                <a:cs typeface="Tahoma" pitchFamily="34" charset="0"/>
              </a:rPr>
              <a:t> normal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78E7A1EF-FA74-B403-15F8-D0CA89D915EE}"/>
              </a:ext>
            </a:extLst>
          </p:cNvPr>
          <p:cNvSpPr/>
          <p:nvPr/>
        </p:nvSpPr>
        <p:spPr>
          <a:xfrm>
            <a:off x="3659098" y="3462469"/>
            <a:ext cx="1043866" cy="66944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ACT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PUMA PTM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Seat RL1</a:t>
            </a:r>
            <a:br>
              <a:rPr lang="de-DE" sz="1000" kern="0" dirty="0">
                <a:cs typeface="Tahoma" pitchFamily="34" charset="0"/>
              </a:rPr>
            </a:br>
            <a:r>
              <a:rPr lang="de-DE" sz="1000" kern="0" dirty="0" err="1">
                <a:cs typeface="Tahoma" pitchFamily="34" charset="0"/>
              </a:rPr>
              <a:t>Rear</a:t>
            </a:r>
            <a:r>
              <a:rPr lang="de-DE" sz="1000" kern="0" dirty="0">
                <a:cs typeface="Tahoma" pitchFamily="34" charset="0"/>
              </a:rPr>
              <a:t> reverse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1063" name="Textfeld 1062">
            <a:extLst>
              <a:ext uri="{FF2B5EF4-FFF2-40B4-BE49-F238E27FC236}">
                <a16:creationId xmlns:a16="http://schemas.microsoft.com/office/drawing/2014/main" id="{763A27A0-4911-B0D9-C657-54ABD19474DB}"/>
              </a:ext>
            </a:extLst>
          </p:cNvPr>
          <p:cNvSpPr txBox="1"/>
          <p:nvPr/>
        </p:nvSpPr>
        <p:spPr>
          <a:xfrm>
            <a:off x="2594517" y="2759239"/>
            <a:ext cx="23403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CAN</a:t>
            </a:r>
          </a:p>
        </p:txBody>
      </p:sp>
      <p:sp>
        <p:nvSpPr>
          <p:cNvPr id="1064" name="Textfeld 1063">
            <a:extLst>
              <a:ext uri="{FF2B5EF4-FFF2-40B4-BE49-F238E27FC236}">
                <a16:creationId xmlns:a16="http://schemas.microsoft.com/office/drawing/2014/main" id="{676B6F68-D1BC-F32D-B027-369AFB420B08}"/>
              </a:ext>
            </a:extLst>
          </p:cNvPr>
          <p:cNvSpPr txBox="1"/>
          <p:nvPr/>
        </p:nvSpPr>
        <p:spPr>
          <a:xfrm>
            <a:off x="2348967" y="1537530"/>
            <a:ext cx="64921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V</a:t>
            </a:r>
            <a:r>
              <a:rPr kumimoji="0" lang="de-DE" sz="1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ehicl</a:t>
            </a: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e CAN</a:t>
            </a:r>
          </a:p>
        </p:txBody>
      </p:sp>
      <p:cxnSp>
        <p:nvCxnSpPr>
          <p:cNvPr id="1065" name="Gerader Verbinder 1064">
            <a:extLst>
              <a:ext uri="{FF2B5EF4-FFF2-40B4-BE49-F238E27FC236}">
                <a16:creationId xmlns:a16="http://schemas.microsoft.com/office/drawing/2014/main" id="{6EDCE97A-CD79-DB84-91F8-D1ABECAF7370}"/>
              </a:ext>
            </a:extLst>
          </p:cNvPr>
          <p:cNvCxnSpPr>
            <a:cxnSpLocks/>
          </p:cNvCxnSpPr>
          <p:nvPr/>
        </p:nvCxnSpPr>
        <p:spPr>
          <a:xfrm flipV="1">
            <a:off x="2163048" y="1694123"/>
            <a:ext cx="964596" cy="3252"/>
          </a:xfrm>
          <a:prstGeom prst="line">
            <a:avLst/>
          </a:prstGeom>
          <a:noFill/>
          <a:ln w="31750" cap="rnd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1067" name="Textfeld 1066">
            <a:extLst>
              <a:ext uri="{FF2B5EF4-FFF2-40B4-BE49-F238E27FC236}">
                <a16:creationId xmlns:a16="http://schemas.microsoft.com/office/drawing/2014/main" id="{016A11DB-04D9-F5BC-9576-00CCB057096C}"/>
              </a:ext>
            </a:extLst>
          </p:cNvPr>
          <p:cNvSpPr txBox="1"/>
          <p:nvPr/>
        </p:nvSpPr>
        <p:spPr>
          <a:xfrm>
            <a:off x="5861742" y="999166"/>
            <a:ext cx="262892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914400" fontAlgn="base">
              <a:spcAft>
                <a:spcPct val="0"/>
              </a:spcAft>
            </a:pPr>
            <a:r>
              <a:rPr lang="de-DE" sz="1000" kern="0">
                <a:solidFill>
                  <a:srgbClr val="FFC000"/>
                </a:solidFill>
              </a:rPr>
              <a:t> </a:t>
            </a: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8BCED3"/>
                </a:solidFill>
                <a:effectLst/>
                <a:uLnTx/>
                <a:uFillTx/>
              </a:rPr>
              <a:t>CAN</a:t>
            </a:r>
          </a:p>
        </p:txBody>
      </p:sp>
      <p:sp>
        <p:nvSpPr>
          <p:cNvPr id="1073" name="Rechteck: abgerundete Ecken 1072">
            <a:extLst>
              <a:ext uri="{FF2B5EF4-FFF2-40B4-BE49-F238E27FC236}">
                <a16:creationId xmlns:a16="http://schemas.microsoft.com/office/drawing/2014/main" id="{7C06C03D-2A9A-86FB-6CB3-55F2036D4355}"/>
              </a:ext>
            </a:extLst>
          </p:cNvPr>
          <p:cNvSpPr/>
          <p:nvPr/>
        </p:nvSpPr>
        <p:spPr>
          <a:xfrm>
            <a:off x="4819339" y="3378669"/>
            <a:ext cx="2027158" cy="816115"/>
          </a:xfrm>
          <a:prstGeom prst="roundRect">
            <a:avLst/>
          </a:prstGeom>
          <a:solidFill>
            <a:srgbClr val="F8DCF9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>
                <a:cs typeface="Tahoma" pitchFamily="34" charset="0"/>
              </a:rPr>
              <a:t>Zero G </a:t>
            </a: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Seat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sz="1200" kern="0">
              <a:cs typeface="Tahoma" pitchFamily="34" charset="0"/>
            </a:endParaRP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sz="1200" kern="0">
              <a:cs typeface="Tahoma" pitchFamily="34" charset="0"/>
            </a:endParaRP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cxnSp>
        <p:nvCxnSpPr>
          <p:cNvPr id="1078" name="Gerader Verbinder 1077">
            <a:extLst>
              <a:ext uri="{FF2B5EF4-FFF2-40B4-BE49-F238E27FC236}">
                <a16:creationId xmlns:a16="http://schemas.microsoft.com/office/drawing/2014/main" id="{9B7618E7-D57B-FF4C-1561-9B9EDB70C306}"/>
              </a:ext>
            </a:extLst>
          </p:cNvPr>
          <p:cNvCxnSpPr>
            <a:cxnSpLocks/>
          </p:cNvCxnSpPr>
          <p:nvPr/>
        </p:nvCxnSpPr>
        <p:spPr>
          <a:xfrm>
            <a:off x="5958029" y="2525012"/>
            <a:ext cx="0" cy="1068394"/>
          </a:xfrm>
          <a:prstGeom prst="line">
            <a:avLst/>
          </a:prstGeom>
          <a:noFill/>
          <a:ln w="31750" cap="rnd" cmpd="sng" algn="ctr">
            <a:solidFill>
              <a:srgbClr val="FF99FF"/>
            </a:solidFill>
            <a:prstDash val="dashDot"/>
            <a:round/>
          </a:ln>
          <a:effectLst/>
        </p:spPr>
      </p:cxnSp>
      <p:sp>
        <p:nvSpPr>
          <p:cNvPr id="1080" name="Textfeld 1079">
            <a:extLst>
              <a:ext uri="{FF2B5EF4-FFF2-40B4-BE49-F238E27FC236}">
                <a16:creationId xmlns:a16="http://schemas.microsoft.com/office/drawing/2014/main" id="{64F6F190-91E5-88F8-FD15-900C23B6956C}"/>
              </a:ext>
            </a:extLst>
          </p:cNvPr>
          <p:cNvSpPr txBox="1"/>
          <p:nvPr/>
        </p:nvSpPr>
        <p:spPr>
          <a:xfrm>
            <a:off x="5662281" y="2329105"/>
            <a:ext cx="23403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solidFill>
                  <a:srgbClr val="FF99FF"/>
                </a:solidFill>
              </a:rPr>
              <a:t>CAN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solidFill>
                <a:srgbClr val="FF99FF"/>
              </a:solidFill>
              <a:effectLst/>
              <a:uLnTx/>
              <a:uFillTx/>
            </a:endParaRPr>
          </a:p>
        </p:txBody>
      </p:sp>
      <p:sp>
        <p:nvSpPr>
          <p:cNvPr id="1082" name="Rechteck: abgerundete Ecken 1081">
            <a:extLst>
              <a:ext uri="{FF2B5EF4-FFF2-40B4-BE49-F238E27FC236}">
                <a16:creationId xmlns:a16="http://schemas.microsoft.com/office/drawing/2014/main" id="{F5747C94-DB1C-5A5F-E0C2-FC826D75D3B2}"/>
              </a:ext>
            </a:extLst>
          </p:cNvPr>
          <p:cNvSpPr/>
          <p:nvPr/>
        </p:nvSpPr>
        <p:spPr>
          <a:xfrm>
            <a:off x="3887370" y="1577961"/>
            <a:ext cx="918695" cy="372224"/>
          </a:xfrm>
          <a:prstGeom prst="roundRect">
            <a:avLst/>
          </a:prstGeom>
          <a:solidFill>
            <a:srgbClr val="E3FCD0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600" kern="0">
                <a:cs typeface="Tahoma" pitchFamily="34" charset="0"/>
              </a:rPr>
              <a:t>Adaptive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600" kern="0">
                <a:cs typeface="Tahoma" pitchFamily="34" charset="0"/>
              </a:rPr>
              <a:t>Restraint</a:t>
            </a:r>
          </a:p>
        </p:txBody>
      </p:sp>
      <p:cxnSp>
        <p:nvCxnSpPr>
          <p:cNvPr id="1084" name="Gerader Verbinder 1083">
            <a:extLst>
              <a:ext uri="{FF2B5EF4-FFF2-40B4-BE49-F238E27FC236}">
                <a16:creationId xmlns:a16="http://schemas.microsoft.com/office/drawing/2014/main" id="{EB559FC9-1C3E-EE10-DBFC-BF8339BD352A}"/>
              </a:ext>
            </a:extLst>
          </p:cNvPr>
          <p:cNvCxnSpPr>
            <a:cxnSpLocks/>
          </p:cNvCxnSpPr>
          <p:nvPr/>
        </p:nvCxnSpPr>
        <p:spPr>
          <a:xfrm flipV="1">
            <a:off x="4604387" y="1344180"/>
            <a:ext cx="353" cy="233781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</a:ln>
          <a:effectLst/>
        </p:spPr>
      </p:cxnSp>
      <p:cxnSp>
        <p:nvCxnSpPr>
          <p:cNvPr id="1089" name="Gerader Verbinder 1088">
            <a:extLst>
              <a:ext uri="{FF2B5EF4-FFF2-40B4-BE49-F238E27FC236}">
                <a16:creationId xmlns:a16="http://schemas.microsoft.com/office/drawing/2014/main" id="{28482904-4C5A-22A9-A72E-4BA82D7C0C12}"/>
              </a:ext>
            </a:extLst>
          </p:cNvPr>
          <p:cNvCxnSpPr>
            <a:cxnSpLocks/>
          </p:cNvCxnSpPr>
          <p:nvPr/>
        </p:nvCxnSpPr>
        <p:spPr>
          <a:xfrm flipV="1">
            <a:off x="4086641" y="1350728"/>
            <a:ext cx="354" cy="227233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</a:ln>
          <a:effectLst/>
        </p:spPr>
      </p:cxnSp>
      <p:sp>
        <p:nvSpPr>
          <p:cNvPr id="1097" name="Rechteck: abgerundete Ecken 1096">
            <a:extLst>
              <a:ext uri="{FF2B5EF4-FFF2-40B4-BE49-F238E27FC236}">
                <a16:creationId xmlns:a16="http://schemas.microsoft.com/office/drawing/2014/main" id="{1019B68F-952D-BF0C-0202-DC7748247F0E}"/>
              </a:ext>
            </a:extLst>
          </p:cNvPr>
          <p:cNvSpPr/>
          <p:nvPr/>
        </p:nvSpPr>
        <p:spPr>
          <a:xfrm>
            <a:off x="7060329" y="3378669"/>
            <a:ext cx="1520195" cy="80959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>
                <a:cs typeface="Tahoma" pitchFamily="34" charset="0"/>
              </a:rPr>
              <a:t>Crash </a:t>
            </a:r>
            <a:r>
              <a:rPr lang="de-DE" sz="1200" kern="0" err="1">
                <a:cs typeface="Tahoma" pitchFamily="34" charset="0"/>
              </a:rPr>
              <a:t>Visualization</a:t>
            </a:r>
            <a:r>
              <a:rPr lang="de-DE" sz="1200" kern="0">
                <a:cs typeface="Tahoma" pitchFamily="34" charset="0"/>
              </a:rPr>
              <a:t> and </a:t>
            </a:r>
            <a:r>
              <a:rPr lang="de-DE" sz="1200" kern="0" err="1">
                <a:cs typeface="Tahoma" pitchFamily="34" charset="0"/>
              </a:rPr>
              <a:t>Acustic</a:t>
            </a:r>
            <a:endParaRPr lang="de-DE" sz="1200" kern="0">
              <a:cs typeface="Tahoma" pitchFamily="34" charset="0"/>
            </a:endParaRPr>
          </a:p>
        </p:txBody>
      </p:sp>
      <p:cxnSp>
        <p:nvCxnSpPr>
          <p:cNvPr id="1098" name="Gerader Verbinder 1097">
            <a:extLst>
              <a:ext uri="{FF2B5EF4-FFF2-40B4-BE49-F238E27FC236}">
                <a16:creationId xmlns:a16="http://schemas.microsoft.com/office/drawing/2014/main" id="{0E03F647-8A7A-A78C-4A6F-56F43A0BAE80}"/>
              </a:ext>
            </a:extLst>
          </p:cNvPr>
          <p:cNvCxnSpPr>
            <a:cxnSpLocks/>
          </p:cNvCxnSpPr>
          <p:nvPr/>
        </p:nvCxnSpPr>
        <p:spPr>
          <a:xfrm flipV="1">
            <a:off x="7117342" y="1757197"/>
            <a:ext cx="0" cy="1349360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</a:ln>
          <a:effectLst/>
        </p:spPr>
      </p:cxnSp>
      <p:cxnSp>
        <p:nvCxnSpPr>
          <p:cNvPr id="1099" name="Gerader Verbinder 1098">
            <a:extLst>
              <a:ext uri="{FF2B5EF4-FFF2-40B4-BE49-F238E27FC236}">
                <a16:creationId xmlns:a16="http://schemas.microsoft.com/office/drawing/2014/main" id="{881B22B3-BE9F-6080-7FA1-9A849E8B5BA5}"/>
              </a:ext>
            </a:extLst>
          </p:cNvPr>
          <p:cNvCxnSpPr>
            <a:cxnSpLocks/>
          </p:cNvCxnSpPr>
          <p:nvPr/>
        </p:nvCxnSpPr>
        <p:spPr>
          <a:xfrm flipH="1">
            <a:off x="6376466" y="3099631"/>
            <a:ext cx="1481614" cy="0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</a:ln>
          <a:effectLst/>
        </p:spPr>
      </p:cxnSp>
      <p:cxnSp>
        <p:nvCxnSpPr>
          <p:cNvPr id="1101" name="Gerader Verbinder 1100">
            <a:extLst>
              <a:ext uri="{FF2B5EF4-FFF2-40B4-BE49-F238E27FC236}">
                <a16:creationId xmlns:a16="http://schemas.microsoft.com/office/drawing/2014/main" id="{69B48399-D87C-A417-A543-680C1D6CBC13}"/>
              </a:ext>
            </a:extLst>
          </p:cNvPr>
          <p:cNvCxnSpPr>
            <a:cxnSpLocks/>
          </p:cNvCxnSpPr>
          <p:nvPr/>
        </p:nvCxnSpPr>
        <p:spPr>
          <a:xfrm flipV="1">
            <a:off x="7880268" y="3099631"/>
            <a:ext cx="0" cy="303954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  <a:headEnd type="triangle"/>
          </a:ln>
          <a:effectLst/>
        </p:spPr>
      </p:cxnSp>
      <p:cxnSp>
        <p:nvCxnSpPr>
          <p:cNvPr id="1104" name="Gerader Verbinder 1103">
            <a:extLst>
              <a:ext uri="{FF2B5EF4-FFF2-40B4-BE49-F238E27FC236}">
                <a16:creationId xmlns:a16="http://schemas.microsoft.com/office/drawing/2014/main" id="{3029F9AA-D60F-0A2C-D6FA-FC0A7965C3EA}"/>
              </a:ext>
            </a:extLst>
          </p:cNvPr>
          <p:cNvCxnSpPr>
            <a:cxnSpLocks/>
          </p:cNvCxnSpPr>
          <p:nvPr/>
        </p:nvCxnSpPr>
        <p:spPr>
          <a:xfrm flipV="1">
            <a:off x="6360073" y="3099631"/>
            <a:ext cx="1" cy="576029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  <a:headEnd type="triangle"/>
            <a:tailEnd type="none"/>
          </a:ln>
          <a:effectLst/>
        </p:spPr>
      </p:cxnSp>
      <p:sp>
        <p:nvSpPr>
          <p:cNvPr id="1121" name="Rechteck: abgerundete Ecken 1120">
            <a:extLst>
              <a:ext uri="{FF2B5EF4-FFF2-40B4-BE49-F238E27FC236}">
                <a16:creationId xmlns:a16="http://schemas.microsoft.com/office/drawing/2014/main" id="{46EA589C-71BD-F920-BC6B-3E326A938E70}"/>
              </a:ext>
            </a:extLst>
          </p:cNvPr>
          <p:cNvSpPr/>
          <p:nvPr/>
        </p:nvSpPr>
        <p:spPr>
          <a:xfrm>
            <a:off x="6176487" y="630691"/>
            <a:ext cx="1469937" cy="707246"/>
          </a:xfrm>
          <a:prstGeom prst="roundRect">
            <a:avLst/>
          </a:prstGeom>
          <a:solidFill>
            <a:srgbClr val="FBF16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/>
              </a:rPr>
              <a:t>Simi</a:t>
            </a:r>
            <a:endParaRPr lang="de-DE" sz="1000" kern="0" dirty="0">
              <a:cs typeface="Tahoma" pitchFamily="34" charset="0"/>
            </a:endParaRPr>
          </a:p>
          <a:p>
            <a:pPr algn="ctr" defTabSz="914400" fontAlgn="base">
              <a:spcAft>
                <a:spcPct val="0"/>
              </a:spcAft>
            </a:pPr>
            <a:r>
              <a:rPr lang="de-DE" sz="1000" kern="0" dirty="0">
                <a:cs typeface="Tahoma"/>
              </a:rPr>
              <a:t>DMS and OMS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Tahoma"/>
              </a:rPr>
              <a:t>(ORIN/</a:t>
            </a:r>
            <a:r>
              <a:rPr lang="de-DE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cs typeface="Tahoma"/>
              </a:rPr>
              <a:t>Jetson</a:t>
            </a:r>
            <a:r>
              <a:rPr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Tahoma"/>
              </a:rPr>
              <a:t> Nvidia</a:t>
            </a:r>
            <a:r>
              <a:rPr lang="de-DE" sz="1000" kern="0" dirty="0">
                <a:cs typeface="Tahoma"/>
              </a:rPr>
              <a:t>)</a:t>
            </a:r>
            <a:endParaRPr lang="de-DE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Tahoma"/>
            </a:endParaRPr>
          </a:p>
        </p:txBody>
      </p:sp>
      <p:cxnSp>
        <p:nvCxnSpPr>
          <p:cNvPr id="1133" name="Gerader Verbinder 1132">
            <a:extLst>
              <a:ext uri="{FF2B5EF4-FFF2-40B4-BE49-F238E27FC236}">
                <a16:creationId xmlns:a16="http://schemas.microsoft.com/office/drawing/2014/main" id="{140960DD-D8FD-1F9F-D810-4B818139867F}"/>
              </a:ext>
            </a:extLst>
          </p:cNvPr>
          <p:cNvCxnSpPr>
            <a:cxnSpLocks/>
          </p:cNvCxnSpPr>
          <p:nvPr/>
        </p:nvCxnSpPr>
        <p:spPr>
          <a:xfrm flipH="1">
            <a:off x="4806065" y="1762963"/>
            <a:ext cx="2303928" cy="0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  <a:tailEnd type="none"/>
          </a:ln>
          <a:effectLst/>
        </p:spPr>
      </p:cxnSp>
      <p:sp>
        <p:nvSpPr>
          <p:cNvPr id="1148" name="Rechteck: abgerundete Ecken 1147">
            <a:extLst>
              <a:ext uri="{FF2B5EF4-FFF2-40B4-BE49-F238E27FC236}">
                <a16:creationId xmlns:a16="http://schemas.microsoft.com/office/drawing/2014/main" id="{38B167C7-C2B2-3EC6-CCE0-A37BF651F196}"/>
              </a:ext>
            </a:extLst>
          </p:cNvPr>
          <p:cNvSpPr/>
          <p:nvPr/>
        </p:nvSpPr>
        <p:spPr>
          <a:xfrm>
            <a:off x="1213222" y="635599"/>
            <a:ext cx="1441295" cy="689105"/>
          </a:xfrm>
          <a:prstGeom prst="roundRect">
            <a:avLst/>
          </a:prstGeom>
          <a:solidFill>
            <a:srgbClr val="B907E9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 err="1">
                <a:cs typeface="Tahoma" pitchFamily="34" charset="0"/>
              </a:rPr>
              <a:t>Visualization</a:t>
            </a:r>
            <a:r>
              <a:rPr lang="de-DE" sz="1200" kern="0" dirty="0">
                <a:cs typeface="Tahoma" pitchFamily="34" charset="0"/>
              </a:rPr>
              <a:t> and Control Panel Server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cs typeface="Tahoma" pitchFamily="34" charset="0"/>
              </a:rPr>
              <a:t>CAR-PC</a:t>
            </a:r>
          </a:p>
        </p:txBody>
      </p:sp>
      <p:cxnSp>
        <p:nvCxnSpPr>
          <p:cNvPr id="1150" name="Verbinder: gewinkelt 1149">
            <a:extLst>
              <a:ext uri="{FF2B5EF4-FFF2-40B4-BE49-F238E27FC236}">
                <a16:creationId xmlns:a16="http://schemas.microsoft.com/office/drawing/2014/main" id="{370F5239-5801-3D53-9766-75B7D3F81A8F}"/>
              </a:ext>
            </a:extLst>
          </p:cNvPr>
          <p:cNvCxnSpPr>
            <a:cxnSpLocks/>
          </p:cNvCxnSpPr>
          <p:nvPr/>
        </p:nvCxnSpPr>
        <p:spPr>
          <a:xfrm>
            <a:off x="2654517" y="1152000"/>
            <a:ext cx="988193" cy="374649"/>
          </a:xfrm>
          <a:prstGeom prst="bentConnector3">
            <a:avLst>
              <a:gd name="adj1" fmla="val 99545"/>
            </a:avLst>
          </a:prstGeom>
          <a:noFill/>
          <a:ln w="31750" cap="rnd" cmpd="sng" algn="ctr">
            <a:solidFill>
              <a:srgbClr val="99CCFF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64" name="Textfeld 1163">
            <a:extLst>
              <a:ext uri="{FF2B5EF4-FFF2-40B4-BE49-F238E27FC236}">
                <a16:creationId xmlns:a16="http://schemas.microsoft.com/office/drawing/2014/main" id="{54BBE68E-FFE5-E6DE-158E-2856B39EFE3F}"/>
              </a:ext>
            </a:extLst>
          </p:cNvPr>
          <p:cNvSpPr txBox="1"/>
          <p:nvPr/>
        </p:nvSpPr>
        <p:spPr>
          <a:xfrm>
            <a:off x="2919431" y="990221"/>
            <a:ext cx="23403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99CCFF"/>
                </a:solidFill>
                <a:effectLst/>
                <a:uLnTx/>
                <a:uFillTx/>
              </a:rPr>
              <a:t>CAN</a:t>
            </a:r>
          </a:p>
        </p:txBody>
      </p:sp>
      <p:cxnSp>
        <p:nvCxnSpPr>
          <p:cNvPr id="1180" name="Verbinder: gewinkelt 1179">
            <a:extLst>
              <a:ext uri="{FF2B5EF4-FFF2-40B4-BE49-F238E27FC236}">
                <a16:creationId xmlns:a16="http://schemas.microsoft.com/office/drawing/2014/main" id="{8D5C1A76-3F75-D97B-390A-796EA02273B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42711" y="1172461"/>
            <a:ext cx="2533779" cy="1"/>
          </a:xfrm>
          <a:prstGeom prst="bentConnector3">
            <a:avLst>
              <a:gd name="adj1" fmla="val 50000"/>
            </a:avLst>
          </a:prstGeom>
          <a:noFill/>
          <a:ln w="31750" cap="rnd" cmpd="sng" algn="ctr">
            <a:solidFill>
              <a:srgbClr val="99CCFF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4BD33430-1059-D2AA-E697-CBA9F8BB2DA5}"/>
              </a:ext>
            </a:extLst>
          </p:cNvPr>
          <p:cNvSpPr txBox="1"/>
          <p:nvPr/>
        </p:nvSpPr>
        <p:spPr>
          <a:xfrm>
            <a:off x="5630348" y="1586027"/>
            <a:ext cx="12343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5DAC43"/>
                </a:solidFill>
                <a:effectLst/>
                <a:uLnTx/>
                <a:uFillTx/>
              </a:rPr>
              <a:t>Digital </a:t>
            </a:r>
            <a:r>
              <a:rPr kumimoji="0" lang="de-DE" sz="1000" b="0" i="0" u="none" strike="noStrike" kern="0" cap="none" spc="0" normalizeH="0" baseline="0" noProof="0" err="1">
                <a:ln>
                  <a:noFill/>
                </a:ln>
                <a:solidFill>
                  <a:srgbClr val="5DAC43"/>
                </a:solidFill>
                <a:effectLst/>
                <a:uLnTx/>
                <a:uFillTx/>
              </a:rPr>
              <a:t>or</a:t>
            </a: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5DAC43"/>
                </a:solidFill>
                <a:effectLst/>
                <a:uLnTx/>
                <a:uFillTx/>
              </a:rPr>
              <a:t> Analog Wired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A3A180EF-A815-A2C3-AD6D-16E01B552BAC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3099027"/>
            <a:ext cx="756292" cy="7531"/>
          </a:xfrm>
          <a:prstGeom prst="line">
            <a:avLst/>
          </a:prstGeom>
          <a:noFill/>
          <a:ln w="31750" cap="rnd" cmpd="sng" algn="ctr">
            <a:solidFill>
              <a:schemeClr val="accent1"/>
            </a:solidFill>
            <a:prstDash val="solid"/>
            <a:round/>
          </a:ln>
          <a:effectLst/>
        </p:spPr>
      </p:cxn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730416F0-1AE9-3BDA-E6BA-37E79F811E89}"/>
              </a:ext>
            </a:extLst>
          </p:cNvPr>
          <p:cNvGrpSpPr/>
          <p:nvPr/>
        </p:nvGrpSpPr>
        <p:grpSpPr>
          <a:xfrm>
            <a:off x="854928" y="2400595"/>
            <a:ext cx="4487766" cy="1267473"/>
            <a:chOff x="854928" y="2615333"/>
            <a:chExt cx="4487766" cy="1267473"/>
          </a:xfrm>
        </p:grpSpPr>
        <p:cxnSp>
          <p:nvCxnSpPr>
            <p:cNvPr id="1039" name="Gerader Verbinder 1038">
              <a:extLst>
                <a:ext uri="{FF2B5EF4-FFF2-40B4-BE49-F238E27FC236}">
                  <a16:creationId xmlns:a16="http://schemas.microsoft.com/office/drawing/2014/main" id="{99E13F3B-082B-1902-FFAD-1605230D97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52394" y="3311774"/>
              <a:ext cx="1881985" cy="1641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047" name="Gerader Verbinder 1046">
              <a:extLst>
                <a:ext uri="{FF2B5EF4-FFF2-40B4-BE49-F238E27FC236}">
                  <a16:creationId xmlns:a16="http://schemas.microsoft.com/office/drawing/2014/main" id="{7684392C-1EE5-6610-750F-6AA51C6E5471}"/>
                </a:ext>
              </a:extLst>
            </p:cNvPr>
            <p:cNvCxnSpPr>
              <a:cxnSpLocks/>
            </p:cNvCxnSpPr>
            <p:nvPr/>
          </p:nvCxnSpPr>
          <p:spPr>
            <a:xfrm>
              <a:off x="4184454" y="3313764"/>
              <a:ext cx="0" cy="362838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057" name="Gerader Verbinder 1056">
              <a:extLst>
                <a:ext uri="{FF2B5EF4-FFF2-40B4-BE49-F238E27FC236}">
                  <a16:creationId xmlns:a16="http://schemas.microsoft.com/office/drawing/2014/main" id="{687D0E2B-0A53-182E-F366-F774FAB7DC2F}"/>
                </a:ext>
              </a:extLst>
            </p:cNvPr>
            <p:cNvCxnSpPr>
              <a:cxnSpLocks/>
            </p:cNvCxnSpPr>
            <p:nvPr/>
          </p:nvCxnSpPr>
          <p:spPr>
            <a:xfrm>
              <a:off x="3069903" y="3313764"/>
              <a:ext cx="0" cy="362838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058" name="Gerader Verbinder 1057">
              <a:extLst>
                <a:ext uri="{FF2B5EF4-FFF2-40B4-BE49-F238E27FC236}">
                  <a16:creationId xmlns:a16="http://schemas.microsoft.com/office/drawing/2014/main" id="{220DEC52-0D5E-ED42-287C-35337641DC9C}"/>
                </a:ext>
              </a:extLst>
            </p:cNvPr>
            <p:cNvCxnSpPr>
              <a:cxnSpLocks/>
            </p:cNvCxnSpPr>
            <p:nvPr/>
          </p:nvCxnSpPr>
          <p:spPr>
            <a:xfrm>
              <a:off x="1952465" y="3306759"/>
              <a:ext cx="0" cy="362838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059" name="Gerader Verbinder 1058">
              <a:extLst>
                <a:ext uri="{FF2B5EF4-FFF2-40B4-BE49-F238E27FC236}">
                  <a16:creationId xmlns:a16="http://schemas.microsoft.com/office/drawing/2014/main" id="{2453DFEE-E78F-12AD-88C3-473C243045C9}"/>
                </a:ext>
              </a:extLst>
            </p:cNvPr>
            <p:cNvCxnSpPr>
              <a:cxnSpLocks/>
            </p:cNvCxnSpPr>
            <p:nvPr/>
          </p:nvCxnSpPr>
          <p:spPr>
            <a:xfrm>
              <a:off x="854928" y="3306837"/>
              <a:ext cx="0" cy="362838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060" name="Gerader Verbinder 1059">
              <a:extLst>
                <a:ext uri="{FF2B5EF4-FFF2-40B4-BE49-F238E27FC236}">
                  <a16:creationId xmlns:a16="http://schemas.microsoft.com/office/drawing/2014/main" id="{1AE41C58-3362-A313-47E7-8C0725936C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4928" y="3299754"/>
              <a:ext cx="1885940" cy="14010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1" name="Verbinder: gewinkelt 10">
              <a:extLst>
                <a:ext uri="{FF2B5EF4-FFF2-40B4-BE49-F238E27FC236}">
                  <a16:creationId xmlns:a16="http://schemas.microsoft.com/office/drawing/2014/main" id="{E61F271B-0264-D7F5-3168-1BAA99C02B1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670624" y="2835531"/>
              <a:ext cx="684502" cy="244105"/>
            </a:xfrm>
            <a:prstGeom prst="bentConnector3">
              <a:avLst>
                <a:gd name="adj1" fmla="val -95"/>
              </a:avLst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0692A2DC-F121-C224-ED95-C2DE223D5263}"/>
                </a:ext>
              </a:extLst>
            </p:cNvPr>
            <p:cNvCxnSpPr>
              <a:cxnSpLocks/>
            </p:cNvCxnSpPr>
            <p:nvPr/>
          </p:nvCxnSpPr>
          <p:spPr>
            <a:xfrm>
              <a:off x="5342694" y="3321295"/>
              <a:ext cx="0" cy="561511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</p:grp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CD7B928-BAD3-9993-DE34-FD35D2D33C98}"/>
              </a:ext>
            </a:extLst>
          </p:cNvPr>
          <p:cNvSpPr/>
          <p:nvPr/>
        </p:nvSpPr>
        <p:spPr>
          <a:xfrm>
            <a:off x="5889512" y="3667797"/>
            <a:ext cx="896746" cy="467401"/>
          </a:xfrm>
          <a:prstGeom prst="roundRect">
            <a:avLst/>
          </a:prstGeom>
          <a:solidFill>
            <a:srgbClr val="92D050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Reversible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Seat Ramp</a:t>
            </a:r>
          </a:p>
        </p:txBody>
      </p:sp>
      <p:pic>
        <p:nvPicPr>
          <p:cNvPr id="6" name="Picture 14" descr="Bildergebnis für tablet">
            <a:extLst>
              <a:ext uri="{FF2B5EF4-FFF2-40B4-BE49-F238E27FC236}">
                <a16:creationId xmlns:a16="http://schemas.microsoft.com/office/drawing/2014/main" id="{44877519-F55B-3FFB-E18A-619F79BA9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65" y="714495"/>
            <a:ext cx="519641" cy="5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0EB674E-50B3-77B8-998F-DF204CBB68B2}"/>
              </a:ext>
            </a:extLst>
          </p:cNvPr>
          <p:cNvSpPr txBox="1"/>
          <p:nvPr/>
        </p:nvSpPr>
        <p:spPr>
          <a:xfrm>
            <a:off x="312365" y="1237023"/>
            <a:ext cx="47609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Tablets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B388878-69DB-7F27-E05C-92AA92104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4823" y="878618"/>
            <a:ext cx="275581" cy="222110"/>
          </a:xfrm>
          <a:prstGeom prst="rect">
            <a:avLst/>
          </a:prstGeom>
        </p:spPr>
      </p:pic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3ECCD32B-2310-DBE3-BB11-4B27F53C9753}"/>
              </a:ext>
            </a:extLst>
          </p:cNvPr>
          <p:cNvSpPr/>
          <p:nvPr/>
        </p:nvSpPr>
        <p:spPr>
          <a:xfrm>
            <a:off x="4885239" y="3667797"/>
            <a:ext cx="944032" cy="46740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ACT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PUMA PTM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Seat RR1</a:t>
            </a:r>
          </a:p>
        </p:txBody>
      </p:sp>
      <p:sp>
        <p:nvSpPr>
          <p:cNvPr id="3" name="Rechteck: abgerundete Ecken 4">
            <a:extLst>
              <a:ext uri="{FF2B5EF4-FFF2-40B4-BE49-F238E27FC236}">
                <a16:creationId xmlns:a16="http://schemas.microsoft.com/office/drawing/2014/main" id="{538DDFFC-74BA-8E44-71EF-E96B2A88358F}"/>
              </a:ext>
            </a:extLst>
          </p:cNvPr>
          <p:cNvSpPr/>
          <p:nvPr/>
        </p:nvSpPr>
        <p:spPr>
          <a:xfrm>
            <a:off x="7916976" y="1297177"/>
            <a:ext cx="896746" cy="467401"/>
          </a:xfrm>
          <a:prstGeom prst="roundRect">
            <a:avLst/>
          </a:prstGeom>
          <a:solidFill>
            <a:schemeClr val="accent6"/>
          </a:solidFill>
          <a:ln w="12700" cap="flat" cmpd="sng" algn="ctr">
            <a:solidFill>
              <a:srgbClr val="4472C4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spcAft>
                <a:spcPct val="0"/>
              </a:spcAft>
            </a:pPr>
            <a:r>
              <a:rPr lang="de-DE" sz="900" kern="0">
                <a:cs typeface="Tahoma"/>
              </a:rPr>
              <a:t>Data Logger </a:t>
            </a:r>
            <a:endParaRPr lang="en-US">
              <a:ea typeface="+mn-ea"/>
            </a:endParaRPr>
          </a:p>
        </p:txBody>
      </p:sp>
      <p:cxnSp>
        <p:nvCxnSpPr>
          <p:cNvPr id="13" name="Verbinder: gewinkelt 10">
            <a:extLst>
              <a:ext uri="{FF2B5EF4-FFF2-40B4-BE49-F238E27FC236}">
                <a16:creationId xmlns:a16="http://schemas.microsoft.com/office/drawing/2014/main" id="{2AF85C6A-F1D5-C62D-3D5A-AC41E630B385}"/>
              </a:ext>
            </a:extLst>
          </p:cNvPr>
          <p:cNvCxnSpPr>
            <a:cxnSpLocks/>
            <a:endCxn id="19" idx="3"/>
          </p:cNvCxnSpPr>
          <p:nvPr/>
        </p:nvCxnSpPr>
        <p:spPr>
          <a:xfrm rot="10800000" flipV="1">
            <a:off x="2330439" y="2057046"/>
            <a:ext cx="815116" cy="106906"/>
          </a:xfrm>
          <a:prstGeom prst="bentConnector3">
            <a:avLst>
              <a:gd name="adj1" fmla="val 50000"/>
            </a:avLst>
          </a:prstGeom>
          <a:noFill/>
          <a:ln w="31750" cap="rnd" cmpd="sng" algn="ctr">
            <a:solidFill>
              <a:srgbClr val="E73E11"/>
            </a:solidFill>
            <a:prstDash val="solid"/>
            <a:round/>
          </a:ln>
          <a:effectLst/>
        </p:spPr>
      </p:cxnSp>
      <p:sp>
        <p:nvSpPr>
          <p:cNvPr id="19" name="Rechteck: abgerundete Ecken 1141">
            <a:extLst>
              <a:ext uri="{FF2B5EF4-FFF2-40B4-BE49-F238E27FC236}">
                <a16:creationId xmlns:a16="http://schemas.microsoft.com/office/drawing/2014/main" id="{0D0FB7D6-853D-85E4-FE3E-FFA5C7C449BD}"/>
              </a:ext>
            </a:extLst>
          </p:cNvPr>
          <p:cNvSpPr/>
          <p:nvPr/>
        </p:nvSpPr>
        <p:spPr>
          <a:xfrm>
            <a:off x="1542491" y="1992442"/>
            <a:ext cx="787948" cy="3430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000" kern="0" err="1">
                <a:cs typeface="Tahoma"/>
              </a:rPr>
              <a:t>eLocking</a:t>
            </a:r>
            <a:r>
              <a:rPr lang="de-DE" sz="1000" kern="0">
                <a:cs typeface="Tahoma"/>
              </a:rPr>
              <a:t> ECU</a:t>
            </a:r>
          </a:p>
        </p:txBody>
      </p:sp>
      <p:sp>
        <p:nvSpPr>
          <p:cNvPr id="25" name="Textfeld 1145">
            <a:extLst>
              <a:ext uri="{FF2B5EF4-FFF2-40B4-BE49-F238E27FC236}">
                <a16:creationId xmlns:a16="http://schemas.microsoft.com/office/drawing/2014/main" id="{B4EA5871-A787-A96F-61EA-6F7C1B58B4FC}"/>
              </a:ext>
            </a:extLst>
          </p:cNvPr>
          <p:cNvSpPr txBox="1"/>
          <p:nvPr/>
        </p:nvSpPr>
        <p:spPr>
          <a:xfrm>
            <a:off x="2330849" y="2385041"/>
            <a:ext cx="23403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CAN</a:t>
            </a:r>
          </a:p>
        </p:txBody>
      </p: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0EC4ED3E-763D-D4E8-5EB2-993FC6941CF2}"/>
              </a:ext>
            </a:extLst>
          </p:cNvPr>
          <p:cNvSpPr/>
          <p:nvPr/>
        </p:nvSpPr>
        <p:spPr>
          <a:xfrm>
            <a:off x="3400552" y="2033825"/>
            <a:ext cx="571861" cy="372224"/>
          </a:xfrm>
          <a:prstGeom prst="flowChartMagneticDisk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kern="0">
                <a:cs typeface="Tahoma" pitchFamily="34" charset="0"/>
              </a:rPr>
              <a:t>DBC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D230760-A975-9803-8938-4F79492157AA}"/>
              </a:ext>
            </a:extLst>
          </p:cNvPr>
          <p:cNvCxnSpPr>
            <a:cxnSpLocks/>
          </p:cNvCxnSpPr>
          <p:nvPr/>
        </p:nvCxnSpPr>
        <p:spPr>
          <a:xfrm flipH="1" flipV="1">
            <a:off x="3642710" y="1547014"/>
            <a:ext cx="16388" cy="416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3C863AA-04CF-1231-CAEA-B2508D1D8271}"/>
              </a:ext>
            </a:extLst>
          </p:cNvPr>
          <p:cNvCxnSpPr>
            <a:cxnSpLocks/>
            <a:stCxn id="26" idx="3"/>
          </p:cNvCxnSpPr>
          <p:nvPr/>
        </p:nvCxnSpPr>
        <p:spPr>
          <a:xfrm flipH="1">
            <a:off x="3134928" y="2406049"/>
            <a:ext cx="551555" cy="20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Magnetic Disk 47">
            <a:extLst>
              <a:ext uri="{FF2B5EF4-FFF2-40B4-BE49-F238E27FC236}">
                <a16:creationId xmlns:a16="http://schemas.microsoft.com/office/drawing/2014/main" id="{B8F0ABFE-2132-643C-31D0-30C91E45A8DB}"/>
              </a:ext>
            </a:extLst>
          </p:cNvPr>
          <p:cNvSpPr/>
          <p:nvPr/>
        </p:nvSpPr>
        <p:spPr>
          <a:xfrm>
            <a:off x="951317" y="1378440"/>
            <a:ext cx="571861" cy="372224"/>
          </a:xfrm>
          <a:prstGeom prst="flowChartMagneticDisk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kern="0">
                <a:cs typeface="Tahoma" pitchFamily="34" charset="0"/>
              </a:rPr>
              <a:t>DBC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4C56DF9-5D34-AD8F-63A3-E2FB81400016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1523178" y="1564552"/>
            <a:ext cx="560804" cy="117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1077">
            <a:extLst>
              <a:ext uri="{FF2B5EF4-FFF2-40B4-BE49-F238E27FC236}">
                <a16:creationId xmlns:a16="http://schemas.microsoft.com/office/drawing/2014/main" id="{ECBED21B-8692-4F9D-3C60-2E08C0D2D17D}"/>
              </a:ext>
            </a:extLst>
          </p:cNvPr>
          <p:cNvCxnSpPr>
            <a:cxnSpLocks/>
          </p:cNvCxnSpPr>
          <p:nvPr/>
        </p:nvCxnSpPr>
        <p:spPr>
          <a:xfrm>
            <a:off x="5600571" y="2520640"/>
            <a:ext cx="357458" cy="0"/>
          </a:xfrm>
          <a:prstGeom prst="line">
            <a:avLst/>
          </a:prstGeom>
          <a:noFill/>
          <a:ln w="31750" cap="rnd" cmpd="sng" algn="ctr">
            <a:solidFill>
              <a:srgbClr val="FF99FF"/>
            </a:solidFill>
            <a:prstDash val="dashDot"/>
            <a:round/>
          </a:ln>
          <a:effectLst/>
        </p:spPr>
      </p:cxnSp>
      <p:sp>
        <p:nvSpPr>
          <p:cNvPr id="1096" name="Rechteck 1095">
            <a:extLst>
              <a:ext uri="{FF2B5EF4-FFF2-40B4-BE49-F238E27FC236}">
                <a16:creationId xmlns:a16="http://schemas.microsoft.com/office/drawing/2014/main" id="{87CA3226-0EF3-C86E-D97D-D91780E7BCAE}"/>
              </a:ext>
            </a:extLst>
          </p:cNvPr>
          <p:cNvSpPr/>
          <p:nvPr/>
        </p:nvSpPr>
        <p:spPr>
          <a:xfrm>
            <a:off x="4416316" y="1071137"/>
            <a:ext cx="471391" cy="282240"/>
          </a:xfrm>
          <a:prstGeom prst="rect">
            <a:avLst/>
          </a:prstGeom>
          <a:solidFill>
            <a:srgbClr val="E3FCD0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Crash Sensor FR</a:t>
            </a:r>
          </a:p>
        </p:txBody>
      </p:sp>
      <p:sp>
        <p:nvSpPr>
          <p:cNvPr id="1090" name="Rechteck 1089">
            <a:extLst>
              <a:ext uri="{FF2B5EF4-FFF2-40B4-BE49-F238E27FC236}">
                <a16:creationId xmlns:a16="http://schemas.microsoft.com/office/drawing/2014/main" id="{36DA337C-2310-028F-977C-73DF817FEEDC}"/>
              </a:ext>
            </a:extLst>
          </p:cNvPr>
          <p:cNvSpPr/>
          <p:nvPr/>
        </p:nvSpPr>
        <p:spPr>
          <a:xfrm>
            <a:off x="3878699" y="1071137"/>
            <a:ext cx="410159" cy="282240"/>
          </a:xfrm>
          <a:prstGeom prst="rect">
            <a:avLst/>
          </a:prstGeom>
          <a:solidFill>
            <a:srgbClr val="E3FCD0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Crash Sensor FL</a:t>
            </a:r>
          </a:p>
        </p:txBody>
      </p: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3DA7F9A0-240A-1AEA-4402-1DF16545D51F}"/>
              </a:ext>
            </a:extLst>
          </p:cNvPr>
          <p:cNvSpPr/>
          <p:nvPr/>
        </p:nvSpPr>
        <p:spPr>
          <a:xfrm>
            <a:off x="1336874" y="2446560"/>
            <a:ext cx="571861" cy="372224"/>
          </a:xfrm>
          <a:prstGeom prst="flowChartMagneticDisk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kern="0">
                <a:cs typeface="Tahoma" pitchFamily="34" charset="0"/>
              </a:rPr>
              <a:t>DBC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DF0331-EF59-DFCB-3DA4-3022A1232168}"/>
              </a:ext>
            </a:extLst>
          </p:cNvPr>
          <p:cNvCxnSpPr>
            <a:cxnSpLocks/>
            <a:stCxn id="24" idx="4"/>
          </p:cNvCxnSpPr>
          <p:nvPr/>
        </p:nvCxnSpPr>
        <p:spPr>
          <a:xfrm flipV="1">
            <a:off x="1908735" y="2194200"/>
            <a:ext cx="737362" cy="438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7C1B32D-4481-A1B5-9B80-6555B3541C93}"/>
              </a:ext>
            </a:extLst>
          </p:cNvPr>
          <p:cNvCxnSpPr>
            <a:cxnSpLocks/>
          </p:cNvCxnSpPr>
          <p:nvPr/>
        </p:nvCxnSpPr>
        <p:spPr>
          <a:xfrm flipV="1">
            <a:off x="879120" y="1865276"/>
            <a:ext cx="2255808" cy="8638"/>
          </a:xfrm>
          <a:prstGeom prst="line">
            <a:avLst/>
          </a:prstGeom>
          <a:noFill/>
          <a:ln w="31750" cap="rnd" cmpd="sng" algn="ctr">
            <a:solidFill>
              <a:schemeClr val="tx1"/>
            </a:solidFill>
            <a:prstDash val="solid"/>
            <a:round/>
          </a:ln>
          <a:effectLst/>
        </p:spPr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8D1A4FEE-52A3-0DBB-0D72-9FA4886D92F8}"/>
              </a:ext>
            </a:extLst>
          </p:cNvPr>
          <p:cNvSpPr txBox="1"/>
          <p:nvPr/>
        </p:nvSpPr>
        <p:spPr>
          <a:xfrm>
            <a:off x="906152" y="1944239"/>
            <a:ext cx="53860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Body CAN</a:t>
            </a:r>
          </a:p>
        </p:txBody>
      </p:sp>
      <p:sp>
        <p:nvSpPr>
          <p:cNvPr id="18" name="Flowchart: Magnetic Disk 23">
            <a:extLst>
              <a:ext uri="{FF2B5EF4-FFF2-40B4-BE49-F238E27FC236}">
                <a16:creationId xmlns:a16="http://schemas.microsoft.com/office/drawing/2014/main" id="{04382468-7A33-8DD8-17C4-32B2B77E502B}"/>
              </a:ext>
            </a:extLst>
          </p:cNvPr>
          <p:cNvSpPr/>
          <p:nvPr/>
        </p:nvSpPr>
        <p:spPr>
          <a:xfrm>
            <a:off x="281127" y="2284147"/>
            <a:ext cx="571861" cy="372224"/>
          </a:xfrm>
          <a:prstGeom prst="flowChartMagneticDisk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kern="0">
                <a:cs typeface="Tahoma" pitchFamily="34" charset="0"/>
              </a:rPr>
              <a:t>DBC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cxnSp>
        <p:nvCxnSpPr>
          <p:cNvPr id="29" name="Straight Arrow Connector 54">
            <a:extLst>
              <a:ext uri="{FF2B5EF4-FFF2-40B4-BE49-F238E27FC236}">
                <a16:creationId xmlns:a16="http://schemas.microsoft.com/office/drawing/2014/main" id="{1F513EB3-4C51-5479-030F-DD849D4DAB1B}"/>
              </a:ext>
            </a:extLst>
          </p:cNvPr>
          <p:cNvCxnSpPr>
            <a:cxnSpLocks/>
            <a:stCxn id="18" idx="1"/>
          </p:cNvCxnSpPr>
          <p:nvPr/>
        </p:nvCxnSpPr>
        <p:spPr>
          <a:xfrm flipV="1">
            <a:off x="567058" y="1910342"/>
            <a:ext cx="308565" cy="373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7B5B89C2-E687-CED1-819E-5F7895A25F0F}"/>
              </a:ext>
            </a:extLst>
          </p:cNvPr>
          <p:cNvGrpSpPr/>
          <p:nvPr/>
        </p:nvGrpSpPr>
        <p:grpSpPr>
          <a:xfrm rot="10800000">
            <a:off x="370806" y="3973813"/>
            <a:ext cx="4584392" cy="395874"/>
            <a:chOff x="-52183" y="3273723"/>
            <a:chExt cx="4584392" cy="395874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E7D8134A-EA18-0A49-313B-A91DB537F17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-52183" y="3273723"/>
              <a:ext cx="0" cy="237771"/>
            </a:xfrm>
            <a:prstGeom prst="line">
              <a:avLst/>
            </a:prstGeom>
            <a:noFill/>
            <a:ln w="31750" cap="rnd" cmpd="sng" algn="ctr">
              <a:solidFill>
                <a:srgbClr val="7FB2B2"/>
              </a:solidFill>
              <a:prstDash val="solid"/>
              <a:round/>
            </a:ln>
            <a:effectLst/>
          </p:spPr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29ABF819-66E2-C8A0-2656-002C53C3E25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333293" y="3321063"/>
              <a:ext cx="0" cy="342365"/>
            </a:xfrm>
            <a:prstGeom prst="line">
              <a:avLst/>
            </a:prstGeom>
            <a:noFill/>
            <a:ln w="31750" cap="rnd" cmpd="sng" algn="ctr">
              <a:solidFill>
                <a:srgbClr val="7FB2B2"/>
              </a:solidFill>
              <a:prstDash val="solid"/>
              <a:round/>
            </a:ln>
            <a:effectLst/>
          </p:spPr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EF2C6057-43CF-187C-53BD-A039DA83456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257264" y="3306759"/>
              <a:ext cx="0" cy="241540"/>
            </a:xfrm>
            <a:prstGeom prst="line">
              <a:avLst/>
            </a:prstGeom>
            <a:noFill/>
            <a:ln w="31750" cap="rnd" cmpd="sng" algn="ctr">
              <a:solidFill>
                <a:srgbClr val="7FB2B2"/>
              </a:solidFill>
              <a:prstDash val="solid"/>
              <a:round/>
            </a:ln>
            <a:effectLst/>
          </p:spPr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1BBFB77D-6C30-11E2-56E0-C50BDCCBF72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132012" y="3306837"/>
              <a:ext cx="0" cy="241462"/>
            </a:xfrm>
            <a:prstGeom prst="line">
              <a:avLst/>
            </a:prstGeom>
            <a:noFill/>
            <a:ln w="31750" cap="rnd" cmpd="sng" algn="ctr">
              <a:solidFill>
                <a:srgbClr val="7FB2B2"/>
              </a:solidFill>
              <a:prstDash val="solid"/>
              <a:round/>
            </a:ln>
            <a:effectLst/>
          </p:spPr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F00549D8-3227-C06A-1F2E-FAA11E3E6484}"/>
                </a:ext>
              </a:extLst>
            </p:cNvPr>
            <p:cNvCxnSpPr>
              <a:cxnSpLocks/>
            </p:cNvCxnSpPr>
            <p:nvPr/>
          </p:nvCxnSpPr>
          <p:spPr>
            <a:xfrm>
              <a:off x="4532209" y="3314368"/>
              <a:ext cx="0" cy="355229"/>
            </a:xfrm>
            <a:prstGeom prst="line">
              <a:avLst/>
            </a:prstGeom>
            <a:noFill/>
            <a:ln w="31750" cap="rnd" cmpd="sng" algn="ctr">
              <a:solidFill>
                <a:srgbClr val="7FB2B2"/>
              </a:solidFill>
              <a:prstDash val="solid"/>
              <a:round/>
            </a:ln>
            <a:effectLst/>
          </p:spPr>
        </p:cxnSp>
      </p:grpSp>
      <p:sp>
        <p:nvSpPr>
          <p:cNvPr id="37" name="Textfeld 36">
            <a:extLst>
              <a:ext uri="{FF2B5EF4-FFF2-40B4-BE49-F238E27FC236}">
                <a16:creationId xmlns:a16="http://schemas.microsoft.com/office/drawing/2014/main" id="{E241854C-1ED6-AABF-EDC8-0B066CE0D6B1}"/>
              </a:ext>
            </a:extLst>
          </p:cNvPr>
          <p:cNvSpPr txBox="1"/>
          <p:nvPr/>
        </p:nvSpPr>
        <p:spPr>
          <a:xfrm>
            <a:off x="1527706" y="4462140"/>
            <a:ext cx="34274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7FB2B2"/>
                </a:solidFill>
                <a:effectLst/>
                <a:uLnTx/>
                <a:uFillTx/>
              </a:rPr>
              <a:t>CAN / LIN  </a:t>
            </a:r>
            <a:r>
              <a:rPr lang="de-DE" sz="1000" kern="0" err="1">
                <a:solidFill>
                  <a:srgbClr val="7FB2B2"/>
                </a:solidFill>
              </a:rPr>
              <a:t>from</a:t>
            </a:r>
            <a:r>
              <a:rPr lang="de-DE" sz="1000" kern="0">
                <a:solidFill>
                  <a:srgbClr val="7FB2B2"/>
                </a:solidFill>
              </a:rPr>
              <a:t> </a:t>
            </a:r>
            <a:r>
              <a:rPr lang="de-DE" sz="1000" kern="0" err="1">
                <a:solidFill>
                  <a:srgbClr val="7FB2B2"/>
                </a:solidFill>
              </a:rPr>
              <a:t>single</a:t>
            </a:r>
            <a:r>
              <a:rPr lang="de-DE" sz="1000" kern="0">
                <a:solidFill>
                  <a:srgbClr val="7FB2B2"/>
                </a:solidFill>
              </a:rPr>
              <a:t> </a:t>
            </a: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7FB2B2"/>
                </a:solidFill>
                <a:effectLst/>
                <a:uLnTx/>
                <a:uFillTx/>
              </a:rPr>
              <a:t>IEE-ECUs  (</a:t>
            </a:r>
            <a:r>
              <a:rPr kumimoji="0" lang="de-DE" sz="1000" b="0" i="0" u="none" strike="noStrike" kern="0" cap="none" spc="0" normalizeH="0" baseline="0" noProof="0" err="1">
                <a:ln>
                  <a:noFill/>
                </a:ln>
                <a:solidFill>
                  <a:srgbClr val="7FB2B2"/>
                </a:solidFill>
                <a:effectLst/>
                <a:uLnTx/>
                <a:uFillTx/>
              </a:rPr>
              <a:t>installed</a:t>
            </a: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7FB2B2"/>
                </a:solidFill>
                <a:effectLst/>
                <a:uLnTx/>
                <a:uFillTx/>
              </a:rPr>
              <a:t> </a:t>
            </a:r>
            <a:r>
              <a:rPr kumimoji="0" lang="de-DE" sz="1000" b="0" i="0" u="none" strike="noStrike" kern="0" cap="none" spc="0" normalizeH="0" baseline="0" noProof="0" err="1">
                <a:ln>
                  <a:noFill/>
                </a:ln>
                <a:solidFill>
                  <a:srgbClr val="7FB2B2"/>
                </a:solidFill>
                <a:effectLst/>
                <a:uLnTx/>
                <a:uFillTx/>
              </a:rPr>
              <a:t>under</a:t>
            </a: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7FB2B2"/>
                </a:solidFill>
                <a:effectLst/>
                <a:uLnTx/>
                <a:uFillTx/>
              </a:rPr>
              <a:t> </a:t>
            </a:r>
            <a:r>
              <a:rPr kumimoji="0" lang="de-DE" sz="1000" b="0" i="0" u="none" strike="noStrike" kern="0" cap="none" spc="0" normalizeH="0" baseline="0" noProof="0" err="1">
                <a:ln>
                  <a:noFill/>
                </a:ln>
                <a:solidFill>
                  <a:srgbClr val="7FB2B2"/>
                </a:solidFill>
                <a:effectLst/>
                <a:uLnTx/>
                <a:uFillTx/>
              </a:rPr>
              <a:t>the</a:t>
            </a: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7FB2B2"/>
                </a:solidFill>
                <a:effectLst/>
                <a:uLnTx/>
                <a:uFillTx/>
              </a:rPr>
              <a:t> Seats)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69F1D3-E03E-0A60-3E22-7E89F40FBD65}"/>
              </a:ext>
            </a:extLst>
          </p:cNvPr>
          <p:cNvGrpSpPr/>
          <p:nvPr/>
        </p:nvGrpSpPr>
        <p:grpSpPr>
          <a:xfrm>
            <a:off x="7756413" y="127901"/>
            <a:ext cx="1242111" cy="769185"/>
            <a:chOff x="7693093" y="189549"/>
            <a:chExt cx="1242111" cy="76918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5EAA3CA-5B70-AE1D-9545-95711FD21159}"/>
                </a:ext>
              </a:extLst>
            </p:cNvPr>
            <p:cNvSpPr/>
            <p:nvPr/>
          </p:nvSpPr>
          <p:spPr>
            <a:xfrm>
              <a:off x="7693093" y="189549"/>
              <a:ext cx="1242111" cy="76918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F7FE1FFB-9E74-1F38-C829-23DD55FCF1DB}"/>
                </a:ext>
              </a:extLst>
            </p:cNvPr>
            <p:cNvSpPr/>
            <p:nvPr/>
          </p:nvSpPr>
          <p:spPr>
            <a:xfrm>
              <a:off x="7712645" y="443245"/>
              <a:ext cx="273762" cy="134643"/>
            </a:xfrm>
            <a:prstGeom prst="roundRect">
              <a:avLst/>
            </a:prstGeom>
            <a:solidFill>
              <a:srgbClr val="B907E9"/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13DB68D-29B3-1B7A-3469-83F73BE3CC3B}"/>
                </a:ext>
              </a:extLst>
            </p:cNvPr>
            <p:cNvSpPr txBox="1"/>
            <p:nvPr/>
          </p:nvSpPr>
          <p:spPr>
            <a:xfrm>
              <a:off x="8078291" y="418233"/>
              <a:ext cx="23724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LTS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620EFFE-08D9-3322-7E3B-ED5F6A9D92D9}"/>
                </a:ext>
              </a:extLst>
            </p:cNvPr>
            <p:cNvSpPr/>
            <p:nvPr/>
          </p:nvSpPr>
          <p:spPr>
            <a:xfrm>
              <a:off x="7712645" y="612431"/>
              <a:ext cx="273762" cy="134643"/>
            </a:xfrm>
            <a:prstGeom prst="round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7A62958-B511-EB17-82E2-6FCC05DA0BF4}"/>
                </a:ext>
              </a:extLst>
            </p:cNvPr>
            <p:cNvSpPr txBox="1"/>
            <p:nvPr/>
          </p:nvSpPr>
          <p:spPr>
            <a:xfrm>
              <a:off x="8078291" y="587419"/>
              <a:ext cx="29014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SIMI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AB1FF8C9-C266-3E8C-7A0A-0480DA666150}"/>
                </a:ext>
              </a:extLst>
            </p:cNvPr>
            <p:cNvSpPr/>
            <p:nvPr/>
          </p:nvSpPr>
          <p:spPr>
            <a:xfrm>
              <a:off x="7721199" y="781617"/>
              <a:ext cx="273762" cy="134643"/>
            </a:xfrm>
            <a:prstGeom prst="roundRect">
              <a:avLst/>
            </a:prstGeom>
            <a:solidFill>
              <a:schemeClr val="accent2">
                <a:lumMod val="10000"/>
                <a:lumOff val="9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21EB969-B97F-7993-53F4-4DB92F5499B4}"/>
                </a:ext>
              </a:extLst>
            </p:cNvPr>
            <p:cNvSpPr txBox="1"/>
            <p:nvPr/>
          </p:nvSpPr>
          <p:spPr>
            <a:xfrm>
              <a:off x="8086845" y="765594"/>
              <a:ext cx="2933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RDU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2F70D74-A691-C16E-D506-700DA8B87F60}"/>
                </a:ext>
              </a:extLst>
            </p:cNvPr>
            <p:cNvSpPr txBox="1"/>
            <p:nvPr/>
          </p:nvSpPr>
          <p:spPr>
            <a:xfrm>
              <a:off x="7737765" y="213512"/>
              <a:ext cx="79508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Responsibility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7473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249B-9E03-6B99-5959-F746FA62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Communication Setup (draft)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12608-0B75-D526-C2B2-BE0A6BEFE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hteck: abgerundete Ecken 45">
            <a:extLst>
              <a:ext uri="{FF2B5EF4-FFF2-40B4-BE49-F238E27FC236}">
                <a16:creationId xmlns:a16="http://schemas.microsoft.com/office/drawing/2014/main" id="{0B53FEE8-D3C6-1F91-ECF0-D7A987654531}"/>
              </a:ext>
            </a:extLst>
          </p:cNvPr>
          <p:cNvSpPr/>
          <p:nvPr/>
        </p:nvSpPr>
        <p:spPr>
          <a:xfrm>
            <a:off x="1506351" y="3512085"/>
            <a:ext cx="930014" cy="5309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THINK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cs typeface="Tahoma" pitchFamily="34" charset="0"/>
              </a:rPr>
              <a:t>Panther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8" name="Rechteck: abgerundete Ecken 48">
            <a:extLst>
              <a:ext uri="{FF2B5EF4-FFF2-40B4-BE49-F238E27FC236}">
                <a16:creationId xmlns:a16="http://schemas.microsoft.com/office/drawing/2014/main" id="{0B9D463C-A631-C2D5-629A-E607BE6566BF}"/>
              </a:ext>
            </a:extLst>
          </p:cNvPr>
          <p:cNvSpPr/>
          <p:nvPr/>
        </p:nvSpPr>
        <p:spPr>
          <a:xfrm>
            <a:off x="2769354" y="3506205"/>
            <a:ext cx="1084934" cy="5309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ACT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PUMA PTM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Driver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9" name="Rechteck: abgerundete Ecken 51">
            <a:extLst>
              <a:ext uri="{FF2B5EF4-FFF2-40B4-BE49-F238E27FC236}">
                <a16:creationId xmlns:a16="http://schemas.microsoft.com/office/drawing/2014/main" id="{1EAB635A-0E83-2066-8AFD-5DB721030A72}"/>
              </a:ext>
            </a:extLst>
          </p:cNvPr>
          <p:cNvSpPr/>
          <p:nvPr/>
        </p:nvSpPr>
        <p:spPr>
          <a:xfrm>
            <a:off x="4180932" y="3512911"/>
            <a:ext cx="1029442" cy="5309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ACT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PUMA PTM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 pitchFamily="34" charset="0"/>
              </a:rPr>
              <a:t>Passenger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10" name="Rechteck: abgerundete Ecken 53">
            <a:extLst>
              <a:ext uri="{FF2B5EF4-FFF2-40B4-BE49-F238E27FC236}">
                <a16:creationId xmlns:a16="http://schemas.microsoft.com/office/drawing/2014/main" id="{6A7D3802-E859-3448-675C-2F131E9FA102}"/>
              </a:ext>
            </a:extLst>
          </p:cNvPr>
          <p:cNvSpPr/>
          <p:nvPr/>
        </p:nvSpPr>
        <p:spPr>
          <a:xfrm>
            <a:off x="5449609" y="3519610"/>
            <a:ext cx="1029442" cy="51588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ACT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PUMA PTM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Seat RL2</a:t>
            </a:r>
          </a:p>
        </p:txBody>
      </p:sp>
      <p:sp>
        <p:nvSpPr>
          <p:cNvPr id="11" name="Rechteck: abgerundete Ecken 33">
            <a:extLst>
              <a:ext uri="{FF2B5EF4-FFF2-40B4-BE49-F238E27FC236}">
                <a16:creationId xmlns:a16="http://schemas.microsoft.com/office/drawing/2014/main" id="{C3F01A9C-4C8D-B7F6-7801-632B6DDE61F0}"/>
              </a:ext>
            </a:extLst>
          </p:cNvPr>
          <p:cNvSpPr/>
          <p:nvPr/>
        </p:nvSpPr>
        <p:spPr>
          <a:xfrm>
            <a:off x="6716996" y="3519610"/>
            <a:ext cx="1029442" cy="51588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000" kern="0" dirty="0">
                <a:cs typeface="Tahoma" pitchFamily="34" charset="0"/>
              </a:rPr>
              <a:t>ACT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 dirty="0">
                <a:cs typeface="Tahoma" pitchFamily="34" charset="0"/>
              </a:rPr>
              <a:t>PUMA PTM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 dirty="0">
                <a:cs typeface="Tahoma" pitchFamily="34" charset="0"/>
              </a:rPr>
              <a:t>Seat RR1</a:t>
            </a:r>
          </a:p>
        </p:txBody>
      </p:sp>
      <p:sp>
        <p:nvSpPr>
          <p:cNvPr id="12" name="Rechteck: abgerundete Ecken 34">
            <a:extLst>
              <a:ext uri="{FF2B5EF4-FFF2-40B4-BE49-F238E27FC236}">
                <a16:creationId xmlns:a16="http://schemas.microsoft.com/office/drawing/2014/main" id="{61667DD6-B973-857B-65E6-7F41D6500EF4}"/>
              </a:ext>
            </a:extLst>
          </p:cNvPr>
          <p:cNvSpPr/>
          <p:nvPr/>
        </p:nvSpPr>
        <p:spPr>
          <a:xfrm>
            <a:off x="7984383" y="3519610"/>
            <a:ext cx="1029442" cy="51588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ACT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PUMA PTM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Seat RR1</a:t>
            </a:r>
          </a:p>
        </p:txBody>
      </p:sp>
      <p:sp>
        <p:nvSpPr>
          <p:cNvPr id="13" name="Rechteck: abgerundete Ecken 45">
            <a:extLst>
              <a:ext uri="{FF2B5EF4-FFF2-40B4-BE49-F238E27FC236}">
                <a16:creationId xmlns:a16="http://schemas.microsoft.com/office/drawing/2014/main" id="{DA19C338-3261-16D2-C1CD-B8BECF0D4CA9}"/>
              </a:ext>
            </a:extLst>
          </p:cNvPr>
          <p:cNvSpPr/>
          <p:nvPr/>
        </p:nvSpPr>
        <p:spPr>
          <a:xfrm>
            <a:off x="3141818" y="2152177"/>
            <a:ext cx="3110250" cy="5539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cs typeface="Tahoma" pitchFamily="34" charset="0"/>
              </a:rPr>
              <a:t>Switch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14" name="Rechteck: abgerundete Ecken 45">
            <a:extLst>
              <a:ext uri="{FF2B5EF4-FFF2-40B4-BE49-F238E27FC236}">
                <a16:creationId xmlns:a16="http://schemas.microsoft.com/office/drawing/2014/main" id="{26E79F77-AB1B-03C1-C615-CA373C23E8A9}"/>
              </a:ext>
            </a:extLst>
          </p:cNvPr>
          <p:cNvSpPr/>
          <p:nvPr/>
        </p:nvSpPr>
        <p:spPr>
          <a:xfrm>
            <a:off x="1454894" y="2145829"/>
            <a:ext cx="981471" cy="5539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cs typeface="Tahoma" pitchFamily="34" charset="0"/>
              </a:rPr>
              <a:t>Router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15" name="Rechteck: abgerundete Ecken 45">
            <a:extLst>
              <a:ext uri="{FF2B5EF4-FFF2-40B4-BE49-F238E27FC236}">
                <a16:creationId xmlns:a16="http://schemas.microsoft.com/office/drawing/2014/main" id="{67951F53-F5F6-01FB-742E-05625698411B}"/>
              </a:ext>
            </a:extLst>
          </p:cNvPr>
          <p:cNvSpPr/>
          <p:nvPr/>
        </p:nvSpPr>
        <p:spPr>
          <a:xfrm>
            <a:off x="4025802" y="845288"/>
            <a:ext cx="1339701" cy="553981"/>
          </a:xfrm>
          <a:prstGeom prst="roundRect">
            <a:avLst/>
          </a:prstGeom>
          <a:solidFill>
            <a:srgbClr val="B907E9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CAR-PC (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Visualization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)</a:t>
            </a:r>
          </a:p>
        </p:txBody>
      </p:sp>
      <p:sp>
        <p:nvSpPr>
          <p:cNvPr id="16" name="Rechteck: abgerundete Ecken 45">
            <a:extLst>
              <a:ext uri="{FF2B5EF4-FFF2-40B4-BE49-F238E27FC236}">
                <a16:creationId xmlns:a16="http://schemas.microsoft.com/office/drawing/2014/main" id="{0D4BA8A5-9D11-4CC5-10F2-35F884F44CB3}"/>
              </a:ext>
            </a:extLst>
          </p:cNvPr>
          <p:cNvSpPr/>
          <p:nvPr/>
        </p:nvSpPr>
        <p:spPr>
          <a:xfrm>
            <a:off x="130175" y="3494683"/>
            <a:ext cx="1095306" cy="553981"/>
          </a:xfrm>
          <a:prstGeom prst="roundRect">
            <a:avLst/>
          </a:prstGeom>
          <a:solidFill>
            <a:srgbClr val="FBF16B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Nvidia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Jetson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 (SIMI)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FE94E6E-3D3C-8BAB-F037-1B37CCC6032A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 rot="16200000" flipH="1">
            <a:off x="4319844" y="1775078"/>
            <a:ext cx="752908" cy="1290"/>
          </a:xfrm>
          <a:prstGeom prst="bentConnector3">
            <a:avLst>
              <a:gd name="adj1" fmla="val 50000"/>
            </a:avLst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37BF684-C837-BE02-29A1-0C715DD41917}"/>
              </a:ext>
            </a:extLst>
          </p:cNvPr>
          <p:cNvCxnSpPr>
            <a:cxnSpLocks/>
            <a:stCxn id="7" idx="0"/>
            <a:endCxn id="13" idx="2"/>
          </p:cNvCxnSpPr>
          <p:nvPr/>
        </p:nvCxnSpPr>
        <p:spPr>
          <a:xfrm rot="5400000" flipH="1" flipV="1">
            <a:off x="2931187" y="1746330"/>
            <a:ext cx="805927" cy="2725585"/>
          </a:xfrm>
          <a:prstGeom prst="bentConnector3">
            <a:avLst>
              <a:gd name="adj1" fmla="val 49705"/>
            </a:avLst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50EA65E-39AC-F8EC-5A90-56FE53E228D8}"/>
              </a:ext>
            </a:extLst>
          </p:cNvPr>
          <p:cNvCxnSpPr>
            <a:cxnSpLocks/>
            <a:stCxn id="8" idx="0"/>
            <a:endCxn id="13" idx="2"/>
          </p:cNvCxnSpPr>
          <p:nvPr/>
        </p:nvCxnSpPr>
        <p:spPr>
          <a:xfrm rot="5400000" flipH="1" flipV="1">
            <a:off x="3604359" y="2413621"/>
            <a:ext cx="800047" cy="1385122"/>
          </a:xfrm>
          <a:prstGeom prst="bentConnector3">
            <a:avLst>
              <a:gd name="adj1" fmla="val 49405"/>
            </a:avLst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822433F-2F53-CC64-1C32-4D95E744FD59}"/>
              </a:ext>
            </a:extLst>
          </p:cNvPr>
          <p:cNvCxnSpPr>
            <a:cxnSpLocks/>
            <a:stCxn id="9" idx="0"/>
            <a:endCxn id="13" idx="2"/>
          </p:cNvCxnSpPr>
          <p:nvPr/>
        </p:nvCxnSpPr>
        <p:spPr>
          <a:xfrm rot="5400000" flipH="1" flipV="1">
            <a:off x="4292922" y="3108890"/>
            <a:ext cx="806753" cy="1290"/>
          </a:xfrm>
          <a:prstGeom prst="bentConnector3">
            <a:avLst>
              <a:gd name="adj1" fmla="val 50000"/>
            </a:avLst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FAE9873-397F-2178-BC98-8AED4D40C211}"/>
              </a:ext>
            </a:extLst>
          </p:cNvPr>
          <p:cNvCxnSpPr>
            <a:cxnSpLocks/>
            <a:stCxn id="10" idx="0"/>
            <a:endCxn id="13" idx="2"/>
          </p:cNvCxnSpPr>
          <p:nvPr/>
        </p:nvCxnSpPr>
        <p:spPr>
          <a:xfrm rot="16200000" flipV="1">
            <a:off x="4923911" y="2479190"/>
            <a:ext cx="813452" cy="1267387"/>
          </a:xfrm>
          <a:prstGeom prst="bentConnector3">
            <a:avLst>
              <a:gd name="adj1" fmla="val 50000"/>
            </a:avLst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4FEC3532-4FCF-83A3-79E3-EB50314DFF90}"/>
              </a:ext>
            </a:extLst>
          </p:cNvPr>
          <p:cNvCxnSpPr>
            <a:cxnSpLocks/>
            <a:stCxn id="11" idx="0"/>
            <a:endCxn id="13" idx="2"/>
          </p:cNvCxnSpPr>
          <p:nvPr/>
        </p:nvCxnSpPr>
        <p:spPr>
          <a:xfrm rot="16200000" flipV="1">
            <a:off x="5557604" y="1845497"/>
            <a:ext cx="813452" cy="2534774"/>
          </a:xfrm>
          <a:prstGeom prst="bentConnector3">
            <a:avLst>
              <a:gd name="adj1" fmla="val 50000"/>
            </a:avLst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DB8E0DF-DA03-48D0-EE0F-E52EECAE8498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rot="16200000" flipV="1">
            <a:off x="6191298" y="1211803"/>
            <a:ext cx="813452" cy="3802161"/>
          </a:xfrm>
          <a:prstGeom prst="bentConnector3">
            <a:avLst>
              <a:gd name="adj1" fmla="val 50000"/>
            </a:avLst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28316FAB-61C6-9875-0BD3-273A9F54FE53}"/>
              </a:ext>
            </a:extLst>
          </p:cNvPr>
          <p:cNvCxnSpPr>
            <a:cxnSpLocks/>
            <a:stCxn id="16" idx="0"/>
            <a:endCxn id="13" idx="2"/>
          </p:cNvCxnSpPr>
          <p:nvPr/>
        </p:nvCxnSpPr>
        <p:spPr>
          <a:xfrm rot="5400000" flipH="1" flipV="1">
            <a:off x="2293123" y="1090864"/>
            <a:ext cx="788525" cy="4019115"/>
          </a:xfrm>
          <a:prstGeom prst="bentConnector3">
            <a:avLst>
              <a:gd name="adj1" fmla="val 48792"/>
            </a:avLst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6BCF16A8-7366-A084-D5FA-ECE99AABA845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2436365" y="2422820"/>
            <a:ext cx="705453" cy="6348"/>
          </a:xfrm>
          <a:prstGeom prst="bentConnector3">
            <a:avLst>
              <a:gd name="adj1" fmla="val 50000"/>
            </a:avLst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fik 11">
            <a:extLst>
              <a:ext uri="{FF2B5EF4-FFF2-40B4-BE49-F238E27FC236}">
                <a16:creationId xmlns:a16="http://schemas.microsoft.com/office/drawing/2014/main" id="{48A9A50E-BCF2-3F6E-87E8-EEF5068DC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87691" y="2334232"/>
            <a:ext cx="275581" cy="222110"/>
          </a:xfrm>
          <a:prstGeom prst="rect">
            <a:avLst/>
          </a:prstGeom>
        </p:spPr>
      </p:pic>
      <p:pic>
        <p:nvPicPr>
          <p:cNvPr id="46" name="Picture 14" descr="Bildergebnis für tablet">
            <a:extLst>
              <a:ext uri="{FF2B5EF4-FFF2-40B4-BE49-F238E27FC236}">
                <a16:creationId xmlns:a16="http://schemas.microsoft.com/office/drawing/2014/main" id="{8265A3EB-7D3C-F731-872C-A4207F12E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14" y="1899086"/>
            <a:ext cx="519641" cy="5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XCLUSIVE: Microsoft will unveil OLED Surface Pro 10 and Arm Surface ...">
            <a:extLst>
              <a:ext uri="{FF2B5EF4-FFF2-40B4-BE49-F238E27FC236}">
                <a16:creationId xmlns:a16="http://schemas.microsoft.com/office/drawing/2014/main" id="{2B197700-A61B-8D24-1765-814A0A02C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00" y="2427861"/>
            <a:ext cx="574381" cy="32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CC5FE97-BB0F-609D-FAF2-FBE2FCD0AF35}"/>
              </a:ext>
            </a:extLst>
          </p:cNvPr>
          <p:cNvSpPr txBox="1"/>
          <p:nvPr/>
        </p:nvSpPr>
        <p:spPr>
          <a:xfrm>
            <a:off x="4773862" y="1682883"/>
            <a:ext cx="5147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ETH Cat 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B4D956-68DE-346D-A04D-56CAA7667E12}"/>
              </a:ext>
            </a:extLst>
          </p:cNvPr>
          <p:cNvSpPr txBox="1"/>
          <p:nvPr/>
        </p:nvSpPr>
        <p:spPr>
          <a:xfrm>
            <a:off x="4724688" y="3234244"/>
            <a:ext cx="5147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ETH Cat XX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FA87B5-A1E5-DE45-C438-70EA206B539C}"/>
              </a:ext>
            </a:extLst>
          </p:cNvPr>
          <p:cNvSpPr txBox="1"/>
          <p:nvPr/>
        </p:nvSpPr>
        <p:spPr>
          <a:xfrm>
            <a:off x="5990473" y="3234244"/>
            <a:ext cx="5147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ETH Cat 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137D94-07D8-348A-E7C7-2C339E1AF319}"/>
              </a:ext>
            </a:extLst>
          </p:cNvPr>
          <p:cNvSpPr txBox="1"/>
          <p:nvPr/>
        </p:nvSpPr>
        <p:spPr>
          <a:xfrm>
            <a:off x="7257859" y="3234244"/>
            <a:ext cx="5147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ETH Cat XX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97FB832-8F2B-2180-ED8D-786640CE4B2F}"/>
              </a:ext>
            </a:extLst>
          </p:cNvPr>
          <p:cNvSpPr txBox="1"/>
          <p:nvPr/>
        </p:nvSpPr>
        <p:spPr>
          <a:xfrm>
            <a:off x="8529481" y="3234243"/>
            <a:ext cx="5147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ETH Cat XX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63B797C8-EEED-3514-BAA6-EA354BE7C21C}"/>
              </a:ext>
            </a:extLst>
          </p:cNvPr>
          <p:cNvSpPr txBox="1"/>
          <p:nvPr/>
        </p:nvSpPr>
        <p:spPr>
          <a:xfrm>
            <a:off x="3371764" y="3234243"/>
            <a:ext cx="5147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ETH Cat XX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6B9CA07C-C567-ADEA-09D3-7C0D277E4FBA}"/>
              </a:ext>
            </a:extLst>
          </p:cNvPr>
          <p:cNvSpPr txBox="1"/>
          <p:nvPr/>
        </p:nvSpPr>
        <p:spPr>
          <a:xfrm>
            <a:off x="1993281" y="3234242"/>
            <a:ext cx="5147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ETH Cat XX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B03751F0-0FF6-1863-694D-21A721D9A2F5}"/>
              </a:ext>
            </a:extLst>
          </p:cNvPr>
          <p:cNvSpPr txBox="1"/>
          <p:nvPr/>
        </p:nvSpPr>
        <p:spPr>
          <a:xfrm>
            <a:off x="700997" y="3210138"/>
            <a:ext cx="51472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ETH Cat XX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CA1202-40DC-60E2-3866-58CA72BF9834}"/>
              </a:ext>
            </a:extLst>
          </p:cNvPr>
          <p:cNvGrpSpPr/>
          <p:nvPr/>
        </p:nvGrpSpPr>
        <p:grpSpPr>
          <a:xfrm>
            <a:off x="7756413" y="127901"/>
            <a:ext cx="1242111" cy="769185"/>
            <a:chOff x="7693093" y="189549"/>
            <a:chExt cx="1242111" cy="76918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DB763A-5F1F-7CCA-9E8F-1C93AF0F1615}"/>
                </a:ext>
              </a:extLst>
            </p:cNvPr>
            <p:cNvSpPr/>
            <p:nvPr/>
          </p:nvSpPr>
          <p:spPr>
            <a:xfrm>
              <a:off x="7693093" y="189549"/>
              <a:ext cx="1242111" cy="76918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17AF71E-1B59-0311-C56B-3F6718274DEF}"/>
                </a:ext>
              </a:extLst>
            </p:cNvPr>
            <p:cNvSpPr/>
            <p:nvPr/>
          </p:nvSpPr>
          <p:spPr>
            <a:xfrm>
              <a:off x="7712645" y="443245"/>
              <a:ext cx="273762" cy="134643"/>
            </a:xfrm>
            <a:prstGeom prst="roundRect">
              <a:avLst/>
            </a:prstGeom>
            <a:solidFill>
              <a:srgbClr val="B907E9"/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1EC7EAC-14DD-8016-48DA-10A024FB9EE2}"/>
                </a:ext>
              </a:extLst>
            </p:cNvPr>
            <p:cNvSpPr txBox="1"/>
            <p:nvPr/>
          </p:nvSpPr>
          <p:spPr>
            <a:xfrm>
              <a:off x="8078291" y="418233"/>
              <a:ext cx="23724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LTS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34C75E3-25EE-C25A-9649-B708587D65B5}"/>
                </a:ext>
              </a:extLst>
            </p:cNvPr>
            <p:cNvSpPr/>
            <p:nvPr/>
          </p:nvSpPr>
          <p:spPr>
            <a:xfrm>
              <a:off x="7712645" y="612431"/>
              <a:ext cx="273762" cy="134643"/>
            </a:xfrm>
            <a:prstGeom prst="round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D3EB29-2609-5571-066C-38A73495CB27}"/>
                </a:ext>
              </a:extLst>
            </p:cNvPr>
            <p:cNvSpPr txBox="1"/>
            <p:nvPr/>
          </p:nvSpPr>
          <p:spPr>
            <a:xfrm>
              <a:off x="8078291" y="587419"/>
              <a:ext cx="29014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SIMI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D013057-DA03-1ABE-3073-9F2172AA82EB}"/>
                </a:ext>
              </a:extLst>
            </p:cNvPr>
            <p:cNvSpPr/>
            <p:nvPr/>
          </p:nvSpPr>
          <p:spPr>
            <a:xfrm>
              <a:off x="7721199" y="781617"/>
              <a:ext cx="273762" cy="134643"/>
            </a:xfrm>
            <a:prstGeom prst="roundRect">
              <a:avLst/>
            </a:prstGeom>
            <a:solidFill>
              <a:schemeClr val="accent2">
                <a:lumMod val="10000"/>
                <a:lumOff val="90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1127F61-C3A9-BCC1-44B3-CE0E0C5ED1F8}"/>
                </a:ext>
              </a:extLst>
            </p:cNvPr>
            <p:cNvSpPr txBox="1"/>
            <p:nvPr/>
          </p:nvSpPr>
          <p:spPr>
            <a:xfrm>
              <a:off x="8086845" y="765594"/>
              <a:ext cx="2933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RDU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5F2548-E834-D6B1-D23E-B28B1575EA75}"/>
                </a:ext>
              </a:extLst>
            </p:cNvPr>
            <p:cNvSpPr txBox="1"/>
            <p:nvPr/>
          </p:nvSpPr>
          <p:spPr>
            <a:xfrm>
              <a:off x="7737765" y="213512"/>
              <a:ext cx="79508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Responsibility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6051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4A3D0-A363-3C4B-35EB-C92F08E02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2D9BD2F-51CD-D956-648E-54D5B02EB0FA}"/>
              </a:ext>
            </a:extLst>
          </p:cNvPr>
          <p:cNvGrpSpPr/>
          <p:nvPr/>
        </p:nvGrpSpPr>
        <p:grpSpPr>
          <a:xfrm>
            <a:off x="7115579" y="470061"/>
            <a:ext cx="1918244" cy="1241840"/>
            <a:chOff x="7693093" y="189549"/>
            <a:chExt cx="1242111" cy="76918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788D009-BB82-255D-D8AB-BEF3FD21A843}"/>
                </a:ext>
              </a:extLst>
            </p:cNvPr>
            <p:cNvSpPr/>
            <p:nvPr/>
          </p:nvSpPr>
          <p:spPr>
            <a:xfrm>
              <a:off x="7693093" y="189549"/>
              <a:ext cx="1242111" cy="76918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9757B2-EB8F-EF78-2D0C-9FC72E9E8D4B}"/>
                </a:ext>
              </a:extLst>
            </p:cNvPr>
            <p:cNvSpPr txBox="1"/>
            <p:nvPr/>
          </p:nvSpPr>
          <p:spPr>
            <a:xfrm>
              <a:off x="7737765" y="213512"/>
              <a:ext cx="79508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Responsibility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81CA37D-679E-1ADA-86B7-9716DCB97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DEMo CAR system Architecture – IEE Components</a:t>
            </a:r>
            <a:endParaRPr lang="de-DE">
              <a:solidFill>
                <a:schemeClr val="accent1"/>
              </a:solidFill>
            </a:endParaRPr>
          </a:p>
        </p:txBody>
      </p:sp>
      <p:sp>
        <p:nvSpPr>
          <p:cNvPr id="47" name="Fußzeilenplatzhalter 3">
            <a:extLst>
              <a:ext uri="{FF2B5EF4-FFF2-40B4-BE49-F238E27FC236}">
                <a16:creationId xmlns:a16="http://schemas.microsoft.com/office/drawing/2014/main" id="{2742FF6E-B380-851A-6501-1AF72BBCD531}"/>
              </a:ext>
            </a:extLst>
          </p:cNvPr>
          <p:cNvSpPr txBox="1">
            <a:spLocks/>
          </p:cNvSpPr>
          <p:nvPr/>
        </p:nvSpPr>
        <p:spPr>
          <a:xfrm>
            <a:off x="1569607" y="4845951"/>
            <a:ext cx="6517238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>
              <a:defRPr sz="1000">
                <a:solidFill>
                  <a:schemeClr val="bg1"/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2026-03-13 | RDUE2-Algo Team | ZF LIFETEC </a:t>
            </a: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E6692658-C3CF-7E3B-E64D-482B4DA2B3E0}"/>
              </a:ext>
            </a:extLst>
          </p:cNvPr>
          <p:cNvSpPr/>
          <p:nvPr/>
        </p:nvSpPr>
        <p:spPr>
          <a:xfrm>
            <a:off x="3307626" y="1991552"/>
            <a:ext cx="2456924" cy="5539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THINK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>
                <a:cs typeface="Tahoma" pitchFamily="34" charset="0"/>
              </a:rPr>
              <a:t>Panther</a:t>
            </a:r>
            <a:endParaRPr kumimoji="0" lang="de-DE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1063" name="Textfeld 1062">
            <a:extLst>
              <a:ext uri="{FF2B5EF4-FFF2-40B4-BE49-F238E27FC236}">
                <a16:creationId xmlns:a16="http://schemas.microsoft.com/office/drawing/2014/main" id="{E03FA026-2441-71BC-AC6A-557C886A792E}"/>
              </a:ext>
            </a:extLst>
          </p:cNvPr>
          <p:cNvSpPr txBox="1"/>
          <p:nvPr/>
        </p:nvSpPr>
        <p:spPr>
          <a:xfrm>
            <a:off x="4592330" y="2599876"/>
            <a:ext cx="23403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CAN</a:t>
            </a:r>
          </a:p>
        </p:txBody>
      </p:sp>
      <p:sp>
        <p:nvSpPr>
          <p:cNvPr id="1067" name="Textfeld 1066">
            <a:extLst>
              <a:ext uri="{FF2B5EF4-FFF2-40B4-BE49-F238E27FC236}">
                <a16:creationId xmlns:a16="http://schemas.microsoft.com/office/drawing/2014/main" id="{51D7FF3D-A615-BADB-6C95-7EBF3B153310}"/>
              </a:ext>
            </a:extLst>
          </p:cNvPr>
          <p:cNvSpPr txBox="1"/>
          <p:nvPr/>
        </p:nvSpPr>
        <p:spPr>
          <a:xfrm>
            <a:off x="6485399" y="3472379"/>
            <a:ext cx="208390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914400" fontAlgn="base">
              <a:spcAft>
                <a:spcPct val="0"/>
              </a:spcAft>
            </a:pPr>
            <a:r>
              <a:rPr lang="de-DE" sz="1000" kern="0" dirty="0">
                <a:solidFill>
                  <a:srgbClr val="5DAC43"/>
                </a:solidFill>
              </a:rPr>
              <a:t> 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5DAC43"/>
                </a:solidFill>
                <a:effectLst/>
                <a:uLnTx/>
                <a:uFillTx/>
              </a:rPr>
              <a:t>LIN</a:t>
            </a:r>
          </a:p>
        </p:txBody>
      </p:sp>
      <p:cxnSp>
        <p:nvCxnSpPr>
          <p:cNvPr id="1101" name="Gerader Verbinder 1100">
            <a:extLst>
              <a:ext uri="{FF2B5EF4-FFF2-40B4-BE49-F238E27FC236}">
                <a16:creationId xmlns:a16="http://schemas.microsoft.com/office/drawing/2014/main" id="{0D7B4F43-553E-D9F6-0414-B3061DBA038B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2321763" y="3462867"/>
            <a:ext cx="6354" cy="610419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21" name="Rechteck: abgerundete Ecken 1120">
            <a:extLst>
              <a:ext uri="{FF2B5EF4-FFF2-40B4-BE49-F238E27FC236}">
                <a16:creationId xmlns:a16="http://schemas.microsoft.com/office/drawing/2014/main" id="{287AEB85-CA0F-DE0C-335C-E9382878DE33}"/>
              </a:ext>
            </a:extLst>
          </p:cNvPr>
          <p:cNvSpPr/>
          <p:nvPr/>
        </p:nvSpPr>
        <p:spPr>
          <a:xfrm>
            <a:off x="3816206" y="939699"/>
            <a:ext cx="1393104" cy="619399"/>
          </a:xfrm>
          <a:prstGeom prst="roundRect">
            <a:avLst/>
          </a:prstGeom>
          <a:solidFill>
            <a:srgbClr val="FBF16B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 dirty="0">
                <a:cs typeface="Tahoma"/>
              </a:rPr>
              <a:t>JETSON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sz="1000" kern="0" dirty="0">
              <a:cs typeface="Tahoma" pitchFamily="34" charset="0"/>
            </a:endParaRPr>
          </a:p>
          <a:p>
            <a:pPr algn="ctr" defTabSz="914400" fontAlgn="base">
              <a:spcAft>
                <a:spcPct val="0"/>
              </a:spcAft>
            </a:pPr>
            <a:r>
              <a:rPr lang="de-DE" sz="1000" kern="0" dirty="0">
                <a:cs typeface="Tahoma"/>
              </a:rPr>
              <a:t>SIMI </a:t>
            </a:r>
            <a:r>
              <a:rPr lang="de-DE" sz="1000" kern="0" dirty="0" err="1">
                <a:cs typeface="Tahoma"/>
              </a:rPr>
              <a:t>Algorithm</a:t>
            </a:r>
            <a:endParaRPr lang="de-DE" sz="1000" kern="0" dirty="0">
              <a:cs typeface="Tahoma"/>
            </a:endParaRPr>
          </a:p>
        </p:txBody>
      </p:sp>
      <p:sp>
        <p:nvSpPr>
          <p:cNvPr id="1148" name="Rechteck: abgerundete Ecken 1147">
            <a:extLst>
              <a:ext uri="{FF2B5EF4-FFF2-40B4-BE49-F238E27FC236}">
                <a16:creationId xmlns:a16="http://schemas.microsoft.com/office/drawing/2014/main" id="{CCA6C06C-CBC8-4CBF-CE7C-1049769CBEE6}"/>
              </a:ext>
            </a:extLst>
          </p:cNvPr>
          <p:cNvSpPr/>
          <p:nvPr/>
        </p:nvSpPr>
        <p:spPr>
          <a:xfrm>
            <a:off x="1517075" y="954706"/>
            <a:ext cx="1021610" cy="586978"/>
          </a:xfrm>
          <a:prstGeom prst="roundRect">
            <a:avLst/>
          </a:prstGeom>
          <a:solidFill>
            <a:srgbClr val="B907E9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200" kern="0">
                <a:cs typeface="Tahoma" pitchFamily="34" charset="0"/>
              </a:rPr>
              <a:t>CAR-PC</a:t>
            </a:r>
          </a:p>
        </p:txBody>
      </p:sp>
      <p:sp>
        <p:nvSpPr>
          <p:cNvPr id="1164" name="Textfeld 1163">
            <a:extLst>
              <a:ext uri="{FF2B5EF4-FFF2-40B4-BE49-F238E27FC236}">
                <a16:creationId xmlns:a16="http://schemas.microsoft.com/office/drawing/2014/main" id="{7F4E25E6-7840-F059-F520-9676BE202D8C}"/>
              </a:ext>
            </a:extLst>
          </p:cNvPr>
          <p:cNvSpPr txBox="1"/>
          <p:nvPr/>
        </p:nvSpPr>
        <p:spPr>
          <a:xfrm>
            <a:off x="3574721" y="1711901"/>
            <a:ext cx="47128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</a:rPr>
              <a:t>Ethernet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A8FB94B4-7D2A-4041-4CC0-0E9854E17FB9}"/>
              </a:ext>
            </a:extLst>
          </p:cNvPr>
          <p:cNvGrpSpPr/>
          <p:nvPr/>
        </p:nvGrpSpPr>
        <p:grpSpPr>
          <a:xfrm>
            <a:off x="2328117" y="2545533"/>
            <a:ext cx="4487766" cy="789895"/>
            <a:chOff x="854928" y="3092911"/>
            <a:chExt cx="4487766" cy="789895"/>
          </a:xfrm>
        </p:grpSpPr>
        <p:cxnSp>
          <p:nvCxnSpPr>
            <p:cNvPr id="1039" name="Gerader Verbinder 1038">
              <a:extLst>
                <a:ext uri="{FF2B5EF4-FFF2-40B4-BE49-F238E27FC236}">
                  <a16:creationId xmlns:a16="http://schemas.microsoft.com/office/drawing/2014/main" id="{FCC4B95D-C665-AA80-4FF8-A4BEF88052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1613" y="3311774"/>
              <a:ext cx="2611081" cy="0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047" name="Gerader Verbinder 1046">
              <a:extLst>
                <a:ext uri="{FF2B5EF4-FFF2-40B4-BE49-F238E27FC236}">
                  <a16:creationId xmlns:a16="http://schemas.microsoft.com/office/drawing/2014/main" id="{C35DB30C-331F-8095-4BC3-242669262A43}"/>
                </a:ext>
              </a:extLst>
            </p:cNvPr>
            <p:cNvCxnSpPr>
              <a:cxnSpLocks/>
            </p:cNvCxnSpPr>
            <p:nvPr/>
          </p:nvCxnSpPr>
          <p:spPr>
            <a:xfrm>
              <a:off x="4184454" y="3313764"/>
              <a:ext cx="0" cy="362838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057" name="Gerader Verbinder 1056">
              <a:extLst>
                <a:ext uri="{FF2B5EF4-FFF2-40B4-BE49-F238E27FC236}">
                  <a16:creationId xmlns:a16="http://schemas.microsoft.com/office/drawing/2014/main" id="{8F9B9BBF-88FE-D9BE-EB52-7D8653093CAB}"/>
                </a:ext>
              </a:extLst>
            </p:cNvPr>
            <p:cNvCxnSpPr>
              <a:cxnSpLocks/>
            </p:cNvCxnSpPr>
            <p:nvPr/>
          </p:nvCxnSpPr>
          <p:spPr>
            <a:xfrm>
              <a:off x="3069903" y="3313764"/>
              <a:ext cx="0" cy="362838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058" name="Gerader Verbinder 1057">
              <a:extLst>
                <a:ext uri="{FF2B5EF4-FFF2-40B4-BE49-F238E27FC236}">
                  <a16:creationId xmlns:a16="http://schemas.microsoft.com/office/drawing/2014/main" id="{7A44E204-609C-BC20-6BBE-477E91DBECA8}"/>
                </a:ext>
              </a:extLst>
            </p:cNvPr>
            <p:cNvCxnSpPr>
              <a:cxnSpLocks/>
            </p:cNvCxnSpPr>
            <p:nvPr/>
          </p:nvCxnSpPr>
          <p:spPr>
            <a:xfrm>
              <a:off x="1952465" y="3306759"/>
              <a:ext cx="0" cy="362838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059" name="Gerader Verbinder 1058">
              <a:extLst>
                <a:ext uri="{FF2B5EF4-FFF2-40B4-BE49-F238E27FC236}">
                  <a16:creationId xmlns:a16="http://schemas.microsoft.com/office/drawing/2014/main" id="{D3348CAC-59D2-90E5-89CC-24B555133DF0}"/>
                </a:ext>
              </a:extLst>
            </p:cNvPr>
            <p:cNvCxnSpPr>
              <a:cxnSpLocks/>
            </p:cNvCxnSpPr>
            <p:nvPr/>
          </p:nvCxnSpPr>
          <p:spPr>
            <a:xfrm>
              <a:off x="854928" y="3306837"/>
              <a:ext cx="0" cy="362838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060" name="Gerader Verbinder 1059">
              <a:extLst>
                <a:ext uri="{FF2B5EF4-FFF2-40B4-BE49-F238E27FC236}">
                  <a16:creationId xmlns:a16="http://schemas.microsoft.com/office/drawing/2014/main" id="{83E69839-0C87-0C59-B140-C45267FD53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4928" y="3299754"/>
              <a:ext cx="1885940" cy="14010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  <p:cxnSp>
          <p:nvCxnSpPr>
            <p:cNvPr id="11" name="Verbinder: gewinkelt 10">
              <a:extLst>
                <a:ext uri="{FF2B5EF4-FFF2-40B4-BE49-F238E27FC236}">
                  <a16:creationId xmlns:a16="http://schemas.microsoft.com/office/drawing/2014/main" id="{8A15B1FB-921A-77CF-139A-8E587D7547A7}"/>
                </a:ext>
              </a:extLst>
            </p:cNvPr>
            <p:cNvCxnSpPr>
              <a:cxnSpLocks/>
            </p:cNvCxnSpPr>
            <p:nvPr/>
          </p:nvCxnSpPr>
          <p:spPr>
            <a:xfrm>
              <a:off x="3062900" y="3092911"/>
              <a:ext cx="1276" cy="197667"/>
            </a:xfrm>
            <a:prstGeom prst="straightConnector1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8291544C-0B9A-0EC2-C4FC-196AF7583C7B}"/>
                </a:ext>
              </a:extLst>
            </p:cNvPr>
            <p:cNvCxnSpPr>
              <a:cxnSpLocks/>
            </p:cNvCxnSpPr>
            <p:nvPr/>
          </p:nvCxnSpPr>
          <p:spPr>
            <a:xfrm>
              <a:off x="5342694" y="3321295"/>
              <a:ext cx="0" cy="561511"/>
            </a:xfrm>
            <a:prstGeom prst="line">
              <a:avLst/>
            </a:prstGeom>
            <a:noFill/>
            <a:ln w="31750" cap="rnd" cmpd="sng" algn="ctr">
              <a:solidFill>
                <a:schemeClr val="accent1"/>
              </a:solidFill>
              <a:prstDash val="solid"/>
              <a:round/>
            </a:ln>
            <a:effectLst/>
          </p:spPr>
        </p:cxnSp>
      </p:grp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F583E635-DC42-FD0D-A18C-E42051B3F980}"/>
              </a:ext>
            </a:extLst>
          </p:cNvPr>
          <p:cNvSpPr/>
          <p:nvPr/>
        </p:nvSpPr>
        <p:spPr>
          <a:xfrm>
            <a:off x="7244707" y="2368465"/>
            <a:ext cx="467037" cy="318893"/>
          </a:xfrm>
          <a:prstGeom prst="flowChartMagneticDisk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kern="0">
                <a:solidFill>
                  <a:srgbClr val="FF0000"/>
                </a:solidFill>
                <a:cs typeface="Tahoma" pitchFamily="34" charset="0"/>
              </a:rPr>
              <a:t>DBC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0E8060F-5691-6550-EDDD-A1768D34BC62}"/>
              </a:ext>
            </a:extLst>
          </p:cNvPr>
          <p:cNvCxnSpPr>
            <a:cxnSpLocks/>
          </p:cNvCxnSpPr>
          <p:nvPr/>
        </p:nvCxnSpPr>
        <p:spPr>
          <a:xfrm flipH="1">
            <a:off x="6693152" y="2508218"/>
            <a:ext cx="551555" cy="20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1CFFB84C-06AC-9442-31BB-22CBE86CFE5F}"/>
              </a:ext>
            </a:extLst>
          </p:cNvPr>
          <p:cNvSpPr/>
          <p:nvPr/>
        </p:nvSpPr>
        <p:spPr>
          <a:xfrm>
            <a:off x="1779296" y="2925967"/>
            <a:ext cx="1084934" cy="5309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ACT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PUMA PTM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Driver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A3C42FD5-3E9A-CC06-9B60-11F108E5EF0A}"/>
              </a:ext>
            </a:extLst>
          </p:cNvPr>
          <p:cNvSpPr/>
          <p:nvPr/>
        </p:nvSpPr>
        <p:spPr>
          <a:xfrm>
            <a:off x="2926530" y="2925967"/>
            <a:ext cx="1029442" cy="5309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ACT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PUMA PTM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Passenger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54" name="Rechteck: abgerundete Ecken 53">
            <a:extLst>
              <a:ext uri="{FF2B5EF4-FFF2-40B4-BE49-F238E27FC236}">
                <a16:creationId xmlns:a16="http://schemas.microsoft.com/office/drawing/2014/main" id="{FBE82F74-4329-CF2F-EB96-2F3BB2921938}"/>
              </a:ext>
            </a:extLst>
          </p:cNvPr>
          <p:cNvSpPr/>
          <p:nvPr/>
        </p:nvSpPr>
        <p:spPr>
          <a:xfrm>
            <a:off x="4036453" y="2921001"/>
            <a:ext cx="1029442" cy="51588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ACT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PUMA PTM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Seat RL2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018D20E1-A05A-35E7-FF18-CC982F544564}"/>
              </a:ext>
            </a:extLst>
          </p:cNvPr>
          <p:cNvSpPr/>
          <p:nvPr/>
        </p:nvSpPr>
        <p:spPr>
          <a:xfrm>
            <a:off x="5145794" y="2933492"/>
            <a:ext cx="1029442" cy="51588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ACT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PUMA PTM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Seat RR1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39FA0F40-5F2F-7E6E-1888-77BB4577C278}"/>
              </a:ext>
            </a:extLst>
          </p:cNvPr>
          <p:cNvSpPr/>
          <p:nvPr/>
        </p:nvSpPr>
        <p:spPr>
          <a:xfrm>
            <a:off x="6248081" y="2933492"/>
            <a:ext cx="1029442" cy="51588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ACT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PUMA PTM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Seat RR1</a:t>
            </a:r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D35F4A2C-4A47-F541-5B03-43D9997B5201}"/>
              </a:ext>
            </a:extLst>
          </p:cNvPr>
          <p:cNvSpPr/>
          <p:nvPr/>
        </p:nvSpPr>
        <p:spPr>
          <a:xfrm>
            <a:off x="1779296" y="4073286"/>
            <a:ext cx="1084934" cy="530938"/>
          </a:xfrm>
          <a:prstGeom prst="roundRect">
            <a:avLst/>
          </a:prstGeom>
          <a:solidFill>
            <a:srgbClr val="8BCED3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IEE Seatmat</a:t>
            </a: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Driver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BD669171-00F0-D3DD-2C4E-4CDAE4C80177}"/>
              </a:ext>
            </a:extLst>
          </p:cNvPr>
          <p:cNvSpPr/>
          <p:nvPr/>
        </p:nvSpPr>
        <p:spPr>
          <a:xfrm>
            <a:off x="2926530" y="4073286"/>
            <a:ext cx="1029442" cy="530938"/>
          </a:xfrm>
          <a:prstGeom prst="roundRect">
            <a:avLst/>
          </a:prstGeom>
          <a:solidFill>
            <a:srgbClr val="8BCED3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Tahoma" pitchFamily="34" charset="0"/>
              </a:rPr>
              <a:t>IEE Seatmat</a:t>
            </a:r>
            <a:endParaRPr lang="de-DE" sz="1000" kern="0">
              <a:cs typeface="Tahoma" pitchFamily="34" charset="0"/>
            </a:endParaRPr>
          </a:p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Passenger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C0A2DBA5-99AF-0C6A-6741-F1D8256A992E}"/>
              </a:ext>
            </a:extLst>
          </p:cNvPr>
          <p:cNvSpPr/>
          <p:nvPr/>
        </p:nvSpPr>
        <p:spPr>
          <a:xfrm>
            <a:off x="4036453" y="4068320"/>
            <a:ext cx="1029442" cy="515888"/>
          </a:xfrm>
          <a:prstGeom prst="roundRect">
            <a:avLst/>
          </a:prstGeom>
          <a:solidFill>
            <a:srgbClr val="8BCED3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IEE Seatmat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Seat RL2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BC6D753A-26BF-A1C4-BEB1-F1BD9CF1FC72}"/>
              </a:ext>
            </a:extLst>
          </p:cNvPr>
          <p:cNvSpPr/>
          <p:nvPr/>
        </p:nvSpPr>
        <p:spPr>
          <a:xfrm>
            <a:off x="5145794" y="4080811"/>
            <a:ext cx="1029442" cy="515888"/>
          </a:xfrm>
          <a:prstGeom prst="roundRect">
            <a:avLst/>
          </a:prstGeom>
          <a:solidFill>
            <a:srgbClr val="8BCED3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IEE Seatmat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Seat RR1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0439BEA0-6900-ED57-B63F-D0883D236EC6}"/>
              </a:ext>
            </a:extLst>
          </p:cNvPr>
          <p:cNvSpPr/>
          <p:nvPr/>
        </p:nvSpPr>
        <p:spPr>
          <a:xfrm>
            <a:off x="6248081" y="4080811"/>
            <a:ext cx="1029442" cy="515888"/>
          </a:xfrm>
          <a:prstGeom prst="roundRect">
            <a:avLst/>
          </a:prstGeom>
          <a:solidFill>
            <a:srgbClr val="8BCED3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IEE Seatmat</a:t>
            </a:r>
          </a:p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Seat RR1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10C9C842-B22D-AF5C-547C-965FAB59FFB2}"/>
              </a:ext>
            </a:extLst>
          </p:cNvPr>
          <p:cNvCxnSpPr>
            <a:cxnSpLocks/>
          </p:cNvCxnSpPr>
          <p:nvPr/>
        </p:nvCxnSpPr>
        <p:spPr>
          <a:xfrm flipV="1">
            <a:off x="3422477" y="3461611"/>
            <a:ext cx="6354" cy="610419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5D87A5AD-57F5-9BBB-9C06-A415C0E6CBDB}"/>
              </a:ext>
            </a:extLst>
          </p:cNvPr>
          <p:cNvCxnSpPr>
            <a:cxnSpLocks/>
          </p:cNvCxnSpPr>
          <p:nvPr/>
        </p:nvCxnSpPr>
        <p:spPr>
          <a:xfrm flipV="1">
            <a:off x="4544820" y="3436889"/>
            <a:ext cx="6354" cy="610419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62157496-044C-9FEE-EA83-FB1EFAD355BC}"/>
              </a:ext>
            </a:extLst>
          </p:cNvPr>
          <p:cNvCxnSpPr>
            <a:cxnSpLocks/>
          </p:cNvCxnSpPr>
          <p:nvPr/>
        </p:nvCxnSpPr>
        <p:spPr>
          <a:xfrm flipV="1">
            <a:off x="5653811" y="3461610"/>
            <a:ext cx="6354" cy="610419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32F43C0D-A22B-C6AB-18BE-614922E8EB2F}"/>
              </a:ext>
            </a:extLst>
          </p:cNvPr>
          <p:cNvCxnSpPr>
            <a:cxnSpLocks/>
          </p:cNvCxnSpPr>
          <p:nvPr/>
        </p:nvCxnSpPr>
        <p:spPr>
          <a:xfrm flipV="1">
            <a:off x="6767877" y="3438260"/>
            <a:ext cx="6354" cy="610419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5B12F909-A5C9-D649-2193-B393B167522B}"/>
              </a:ext>
            </a:extLst>
          </p:cNvPr>
          <p:cNvSpPr/>
          <p:nvPr/>
        </p:nvSpPr>
        <p:spPr>
          <a:xfrm>
            <a:off x="1984413" y="3596932"/>
            <a:ext cx="687408" cy="336327"/>
          </a:xfrm>
          <a:prstGeom prst="roundRect">
            <a:avLst/>
          </a:prstGeom>
          <a:solidFill>
            <a:srgbClr val="8BCED3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IEE ECU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DD85AA18-1FAD-3A85-39C7-086758490A6B}"/>
              </a:ext>
            </a:extLst>
          </p:cNvPr>
          <p:cNvSpPr/>
          <p:nvPr/>
        </p:nvSpPr>
        <p:spPr>
          <a:xfrm>
            <a:off x="3092125" y="3605777"/>
            <a:ext cx="687408" cy="336327"/>
          </a:xfrm>
          <a:prstGeom prst="roundRect">
            <a:avLst/>
          </a:prstGeom>
          <a:solidFill>
            <a:srgbClr val="8BCED3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IEE ECU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62" name="Rechteck: abgerundete Ecken 61">
            <a:extLst>
              <a:ext uri="{FF2B5EF4-FFF2-40B4-BE49-F238E27FC236}">
                <a16:creationId xmlns:a16="http://schemas.microsoft.com/office/drawing/2014/main" id="{7F72839C-20F0-61C2-4FBC-1D8A020CB2E5}"/>
              </a:ext>
            </a:extLst>
          </p:cNvPr>
          <p:cNvSpPr/>
          <p:nvPr/>
        </p:nvSpPr>
        <p:spPr>
          <a:xfrm>
            <a:off x="4179487" y="3599912"/>
            <a:ext cx="687408" cy="336327"/>
          </a:xfrm>
          <a:prstGeom prst="roundRect">
            <a:avLst/>
          </a:prstGeom>
          <a:solidFill>
            <a:srgbClr val="8BCED3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IEE ECU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63" name="Rechteck: abgerundete Ecken 62">
            <a:extLst>
              <a:ext uri="{FF2B5EF4-FFF2-40B4-BE49-F238E27FC236}">
                <a16:creationId xmlns:a16="http://schemas.microsoft.com/office/drawing/2014/main" id="{40622CA2-4553-B21A-2330-0F177F20F695}"/>
              </a:ext>
            </a:extLst>
          </p:cNvPr>
          <p:cNvSpPr/>
          <p:nvPr/>
        </p:nvSpPr>
        <p:spPr>
          <a:xfrm>
            <a:off x="5371644" y="3599911"/>
            <a:ext cx="687408" cy="336327"/>
          </a:xfrm>
          <a:prstGeom prst="roundRect">
            <a:avLst/>
          </a:prstGeom>
          <a:solidFill>
            <a:srgbClr val="8BCED3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IEE ECU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1024" name="Rechteck: abgerundete Ecken 1023">
            <a:extLst>
              <a:ext uri="{FF2B5EF4-FFF2-40B4-BE49-F238E27FC236}">
                <a16:creationId xmlns:a16="http://schemas.microsoft.com/office/drawing/2014/main" id="{8A47992E-CF4E-57C0-56CC-3DF60D5EE4D0}"/>
              </a:ext>
            </a:extLst>
          </p:cNvPr>
          <p:cNvSpPr/>
          <p:nvPr/>
        </p:nvSpPr>
        <p:spPr>
          <a:xfrm>
            <a:off x="6447081" y="3617821"/>
            <a:ext cx="687408" cy="336327"/>
          </a:xfrm>
          <a:prstGeom prst="roundRect">
            <a:avLst/>
          </a:prstGeom>
          <a:solidFill>
            <a:srgbClr val="8BCED3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000" kern="0">
                <a:cs typeface="Tahoma" pitchFamily="34" charset="0"/>
              </a:rPr>
              <a:t>IEE ECU</a:t>
            </a: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cxnSp>
        <p:nvCxnSpPr>
          <p:cNvPr id="1026" name="Straight Arrow Connector 41">
            <a:extLst>
              <a:ext uri="{FF2B5EF4-FFF2-40B4-BE49-F238E27FC236}">
                <a16:creationId xmlns:a16="http://schemas.microsoft.com/office/drawing/2014/main" id="{25C2B710-50F3-10BA-F82E-18D3C79D13A3}"/>
              </a:ext>
            </a:extLst>
          </p:cNvPr>
          <p:cNvCxnSpPr>
            <a:cxnSpLocks/>
          </p:cNvCxnSpPr>
          <p:nvPr/>
        </p:nvCxnSpPr>
        <p:spPr>
          <a:xfrm flipH="1" flipV="1">
            <a:off x="6895876" y="3517878"/>
            <a:ext cx="750548" cy="99943"/>
          </a:xfrm>
          <a:prstGeom prst="straightConnector1">
            <a:avLst/>
          </a:prstGeom>
          <a:ln>
            <a:solidFill>
              <a:srgbClr val="5DAC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Verbinder: gewinkelt 10">
            <a:extLst>
              <a:ext uri="{FF2B5EF4-FFF2-40B4-BE49-F238E27FC236}">
                <a16:creationId xmlns:a16="http://schemas.microsoft.com/office/drawing/2014/main" id="{A2257B54-5CCB-BE78-9AFF-8A10244E0486}"/>
              </a:ext>
            </a:extLst>
          </p:cNvPr>
          <p:cNvCxnSpPr>
            <a:cxnSpLocks/>
          </p:cNvCxnSpPr>
          <p:nvPr/>
        </p:nvCxnSpPr>
        <p:spPr>
          <a:xfrm>
            <a:off x="5000216" y="1553902"/>
            <a:ext cx="0" cy="428130"/>
          </a:xfrm>
          <a:prstGeom prst="straightConnector1">
            <a:avLst/>
          </a:prstGeom>
          <a:noFill/>
          <a:ln w="31750" cap="rnd" cmpd="sng" algn="ctr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032" name="Straight Arrow Connector 41">
            <a:extLst>
              <a:ext uri="{FF2B5EF4-FFF2-40B4-BE49-F238E27FC236}">
                <a16:creationId xmlns:a16="http://schemas.microsoft.com/office/drawing/2014/main" id="{866482BC-EB85-4E74-906D-6F8F68692592}"/>
              </a:ext>
            </a:extLst>
          </p:cNvPr>
          <p:cNvCxnSpPr>
            <a:cxnSpLocks/>
          </p:cNvCxnSpPr>
          <p:nvPr/>
        </p:nvCxnSpPr>
        <p:spPr>
          <a:xfrm flipH="1">
            <a:off x="5060811" y="1607880"/>
            <a:ext cx="551555" cy="20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Verbinder: gewinkelt 10">
            <a:extLst>
              <a:ext uri="{FF2B5EF4-FFF2-40B4-BE49-F238E27FC236}">
                <a16:creationId xmlns:a16="http://schemas.microsoft.com/office/drawing/2014/main" id="{A25A9EF4-9631-C82A-8346-FC9CFCFE3B87}"/>
              </a:ext>
            </a:extLst>
          </p:cNvPr>
          <p:cNvCxnSpPr>
            <a:cxnSpLocks/>
          </p:cNvCxnSpPr>
          <p:nvPr/>
        </p:nvCxnSpPr>
        <p:spPr>
          <a:xfrm>
            <a:off x="4106598" y="1567541"/>
            <a:ext cx="0" cy="428130"/>
          </a:xfrm>
          <a:prstGeom prst="straightConnector1">
            <a:avLst/>
          </a:prstGeom>
          <a:noFill/>
          <a:ln w="31750" cap="rnd" cmpd="sng" algn="ctr">
            <a:solidFill>
              <a:srgbClr val="0057B7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035" name="Verbinder: gewinkelt 10">
            <a:extLst>
              <a:ext uri="{FF2B5EF4-FFF2-40B4-BE49-F238E27FC236}">
                <a16:creationId xmlns:a16="http://schemas.microsoft.com/office/drawing/2014/main" id="{F3480F6B-AC8A-7DFD-0192-B6D19E7638C1}"/>
              </a:ext>
            </a:extLst>
          </p:cNvPr>
          <p:cNvCxnSpPr>
            <a:cxnSpLocks/>
            <a:stCxn id="1148" idx="3"/>
            <a:endCxn id="1121" idx="1"/>
          </p:cNvCxnSpPr>
          <p:nvPr/>
        </p:nvCxnSpPr>
        <p:spPr>
          <a:xfrm>
            <a:off x="2538685" y="1248195"/>
            <a:ext cx="1277521" cy="1204"/>
          </a:xfrm>
          <a:prstGeom prst="straightConnector1">
            <a:avLst/>
          </a:prstGeom>
          <a:noFill/>
          <a:ln w="31750" cap="rnd" cmpd="sng" algn="ctr">
            <a:solidFill>
              <a:srgbClr val="0057B7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038" name="Textfeld 1037">
            <a:extLst>
              <a:ext uri="{FF2B5EF4-FFF2-40B4-BE49-F238E27FC236}">
                <a16:creationId xmlns:a16="http://schemas.microsoft.com/office/drawing/2014/main" id="{38E95D22-4E9B-B0E2-8C0B-2C21169BC58F}"/>
              </a:ext>
            </a:extLst>
          </p:cNvPr>
          <p:cNvSpPr txBox="1"/>
          <p:nvPr/>
        </p:nvSpPr>
        <p:spPr>
          <a:xfrm>
            <a:off x="3018707" y="1026171"/>
            <a:ext cx="47128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solidFill>
                  <a:srgbClr val="0057B7"/>
                </a:solidFill>
                <a:effectLst/>
                <a:uLnTx/>
                <a:uFillTx/>
              </a:rPr>
              <a:t>Ethernet</a:t>
            </a:r>
          </a:p>
        </p:txBody>
      </p:sp>
      <p:sp>
        <p:nvSpPr>
          <p:cNvPr id="1040" name="Rechteck: abgerundete Ecken 1039">
            <a:extLst>
              <a:ext uri="{FF2B5EF4-FFF2-40B4-BE49-F238E27FC236}">
                <a16:creationId xmlns:a16="http://schemas.microsoft.com/office/drawing/2014/main" id="{2CF960E3-8438-F131-83A6-663B92674C6F}"/>
              </a:ext>
            </a:extLst>
          </p:cNvPr>
          <p:cNvSpPr/>
          <p:nvPr/>
        </p:nvSpPr>
        <p:spPr>
          <a:xfrm>
            <a:off x="7177942" y="652028"/>
            <a:ext cx="453922" cy="192333"/>
          </a:xfrm>
          <a:prstGeom prst="roundRect">
            <a:avLst/>
          </a:prstGeom>
          <a:solidFill>
            <a:srgbClr val="8BCED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1041" name="Textfeld 1040">
            <a:extLst>
              <a:ext uri="{FF2B5EF4-FFF2-40B4-BE49-F238E27FC236}">
                <a16:creationId xmlns:a16="http://schemas.microsoft.com/office/drawing/2014/main" id="{570DB5C7-4953-CEAA-4683-AEA19C414AC3}"/>
              </a:ext>
            </a:extLst>
          </p:cNvPr>
          <p:cNvSpPr txBox="1"/>
          <p:nvPr/>
        </p:nvSpPr>
        <p:spPr>
          <a:xfrm>
            <a:off x="7690833" y="671251"/>
            <a:ext cx="111569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base">
              <a:spcAft>
                <a:spcPct val="0"/>
              </a:spcAft>
            </a:pPr>
            <a:r>
              <a:rPr lang="de-DE" sz="1000" kern="0"/>
              <a:t>Responsibility </a:t>
            </a: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by IEE</a:t>
            </a:r>
          </a:p>
        </p:txBody>
      </p:sp>
      <p:sp>
        <p:nvSpPr>
          <p:cNvPr id="1043" name="Rechteck: abgerundete Ecken 1042">
            <a:extLst>
              <a:ext uri="{FF2B5EF4-FFF2-40B4-BE49-F238E27FC236}">
                <a16:creationId xmlns:a16="http://schemas.microsoft.com/office/drawing/2014/main" id="{752C8F90-746B-3939-4508-E23AA86D2A69}"/>
              </a:ext>
            </a:extLst>
          </p:cNvPr>
          <p:cNvSpPr/>
          <p:nvPr/>
        </p:nvSpPr>
        <p:spPr>
          <a:xfrm>
            <a:off x="7179503" y="901280"/>
            <a:ext cx="453922" cy="192333"/>
          </a:xfrm>
          <a:prstGeom prst="roundRect">
            <a:avLst/>
          </a:prstGeom>
          <a:solidFill>
            <a:srgbClr val="FBF16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endParaRPr lang="de-DE" sz="1000" kern="0">
              <a:cs typeface="Tahoma"/>
            </a:endParaRPr>
          </a:p>
        </p:txBody>
      </p:sp>
      <p:sp>
        <p:nvSpPr>
          <p:cNvPr id="1044" name="Rechteck: abgerundete Ecken 1043">
            <a:extLst>
              <a:ext uri="{FF2B5EF4-FFF2-40B4-BE49-F238E27FC236}">
                <a16:creationId xmlns:a16="http://schemas.microsoft.com/office/drawing/2014/main" id="{D5146DF9-B9CC-41B8-B695-16D2BAD6DD3C}"/>
              </a:ext>
            </a:extLst>
          </p:cNvPr>
          <p:cNvSpPr/>
          <p:nvPr/>
        </p:nvSpPr>
        <p:spPr>
          <a:xfrm>
            <a:off x="7193357" y="1143007"/>
            <a:ext cx="453922" cy="19233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endParaRPr lang="de-DE" sz="1200" kern="0">
              <a:cs typeface="Tahoma" pitchFamily="34" charset="0"/>
            </a:endParaRPr>
          </a:p>
        </p:txBody>
      </p:sp>
      <p:sp>
        <p:nvSpPr>
          <p:cNvPr id="1045" name="Textfeld 1044">
            <a:extLst>
              <a:ext uri="{FF2B5EF4-FFF2-40B4-BE49-F238E27FC236}">
                <a16:creationId xmlns:a16="http://schemas.microsoft.com/office/drawing/2014/main" id="{47EC2F1B-398C-A25E-9495-B202FB2F264E}"/>
              </a:ext>
            </a:extLst>
          </p:cNvPr>
          <p:cNvSpPr txBox="1"/>
          <p:nvPr/>
        </p:nvSpPr>
        <p:spPr>
          <a:xfrm>
            <a:off x="7711744" y="1142926"/>
            <a:ext cx="118782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Responsibility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de-DE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by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RDU</a:t>
            </a:r>
          </a:p>
        </p:txBody>
      </p:sp>
      <p:sp>
        <p:nvSpPr>
          <p:cNvPr id="1046" name="Textfeld 1045">
            <a:extLst>
              <a:ext uri="{FF2B5EF4-FFF2-40B4-BE49-F238E27FC236}">
                <a16:creationId xmlns:a16="http://schemas.microsoft.com/office/drawing/2014/main" id="{60909530-A16D-F59C-4665-AEAF79CE9A29}"/>
              </a:ext>
            </a:extLst>
          </p:cNvPr>
          <p:cNvSpPr txBox="1"/>
          <p:nvPr/>
        </p:nvSpPr>
        <p:spPr>
          <a:xfrm>
            <a:off x="7690833" y="912978"/>
            <a:ext cx="118301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base">
              <a:spcAft>
                <a:spcPct val="0"/>
              </a:spcAft>
            </a:pPr>
            <a:r>
              <a:rPr lang="de-DE" sz="1000" kern="0"/>
              <a:t>Responsibility </a:t>
            </a:r>
            <a:r>
              <a:rPr kumimoji="0" lang="de-DE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by SIMI</a:t>
            </a:r>
          </a:p>
        </p:txBody>
      </p:sp>
      <p:sp>
        <p:nvSpPr>
          <p:cNvPr id="1048" name="Rechteck: abgerundete Ecken 1047">
            <a:extLst>
              <a:ext uri="{FF2B5EF4-FFF2-40B4-BE49-F238E27FC236}">
                <a16:creationId xmlns:a16="http://schemas.microsoft.com/office/drawing/2014/main" id="{038D92DE-A103-FF39-1F62-EE1313B597DE}"/>
              </a:ext>
            </a:extLst>
          </p:cNvPr>
          <p:cNvSpPr/>
          <p:nvPr/>
        </p:nvSpPr>
        <p:spPr>
          <a:xfrm>
            <a:off x="671473" y="2015062"/>
            <a:ext cx="1029442" cy="515888"/>
          </a:xfrm>
          <a:prstGeom prst="roundRect">
            <a:avLst/>
          </a:prstGeom>
          <a:solidFill>
            <a:srgbClr val="8BCED3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Aft>
                <a:spcPct val="0"/>
              </a:spcAft>
            </a:pPr>
            <a:r>
              <a:rPr lang="de-DE" sz="1000" kern="0">
                <a:cs typeface="Tahoma" pitchFamily="34" charset="0"/>
              </a:rPr>
              <a:t>IEE Radar</a:t>
            </a:r>
          </a:p>
        </p:txBody>
      </p:sp>
      <p:cxnSp>
        <p:nvCxnSpPr>
          <p:cNvPr id="1049" name="Gerader Verbinder 1048">
            <a:extLst>
              <a:ext uri="{FF2B5EF4-FFF2-40B4-BE49-F238E27FC236}">
                <a16:creationId xmlns:a16="http://schemas.microsoft.com/office/drawing/2014/main" id="{7F706C77-CFC0-7C34-1841-D36AAFB66084}"/>
              </a:ext>
            </a:extLst>
          </p:cNvPr>
          <p:cNvCxnSpPr>
            <a:cxnSpLocks/>
            <a:stCxn id="1048" idx="3"/>
            <a:endCxn id="46" idx="1"/>
          </p:cNvCxnSpPr>
          <p:nvPr/>
        </p:nvCxnSpPr>
        <p:spPr>
          <a:xfrm flipV="1">
            <a:off x="1700915" y="2268543"/>
            <a:ext cx="1606711" cy="4463"/>
          </a:xfrm>
          <a:prstGeom prst="line">
            <a:avLst/>
          </a:prstGeom>
          <a:noFill/>
          <a:ln w="31750" cap="rnd" cmpd="sng" algn="ctr">
            <a:solidFill>
              <a:srgbClr val="5DAC4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52" name="Flowchart: Magnetic Disk 25">
            <a:extLst>
              <a:ext uri="{FF2B5EF4-FFF2-40B4-BE49-F238E27FC236}">
                <a16:creationId xmlns:a16="http://schemas.microsoft.com/office/drawing/2014/main" id="{55A85970-AFF1-5C41-AA99-4866D3A65F0C}"/>
              </a:ext>
            </a:extLst>
          </p:cNvPr>
          <p:cNvSpPr/>
          <p:nvPr/>
        </p:nvSpPr>
        <p:spPr>
          <a:xfrm>
            <a:off x="2240884" y="1790935"/>
            <a:ext cx="471283" cy="318893"/>
          </a:xfrm>
          <a:prstGeom prst="flowChartMagneticDisk">
            <a:avLst/>
          </a:prstGeom>
          <a:ln w="12700">
            <a:solidFill>
              <a:srgbClr val="5DAC4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kern="0">
                <a:solidFill>
                  <a:srgbClr val="5DAC43"/>
                </a:solidFill>
                <a:cs typeface="Tahoma" pitchFamily="34" charset="0"/>
              </a:rPr>
              <a:t>LDF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5DAC43"/>
              </a:solidFill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cxnSp>
        <p:nvCxnSpPr>
          <p:cNvPr id="1054" name="Straight Arrow Connector 41">
            <a:extLst>
              <a:ext uri="{FF2B5EF4-FFF2-40B4-BE49-F238E27FC236}">
                <a16:creationId xmlns:a16="http://schemas.microsoft.com/office/drawing/2014/main" id="{E125D2F2-FFAE-9824-41E0-5FF9D5F1E1D2}"/>
              </a:ext>
            </a:extLst>
          </p:cNvPr>
          <p:cNvCxnSpPr>
            <a:cxnSpLocks/>
          </p:cNvCxnSpPr>
          <p:nvPr/>
        </p:nvCxnSpPr>
        <p:spPr>
          <a:xfrm>
            <a:off x="2697037" y="1905130"/>
            <a:ext cx="265535" cy="334080"/>
          </a:xfrm>
          <a:prstGeom prst="straightConnector1">
            <a:avLst/>
          </a:prstGeom>
          <a:ln>
            <a:solidFill>
              <a:srgbClr val="5DAC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Flowchart: Magnetic Disk 25">
            <a:extLst>
              <a:ext uri="{FF2B5EF4-FFF2-40B4-BE49-F238E27FC236}">
                <a16:creationId xmlns:a16="http://schemas.microsoft.com/office/drawing/2014/main" id="{A27F9DA6-B463-ADA9-D633-EFF13E346B02}"/>
              </a:ext>
            </a:extLst>
          </p:cNvPr>
          <p:cNvSpPr/>
          <p:nvPr/>
        </p:nvSpPr>
        <p:spPr>
          <a:xfrm>
            <a:off x="7615562" y="3480364"/>
            <a:ext cx="471283" cy="318893"/>
          </a:xfrm>
          <a:prstGeom prst="flowChartMagneticDisk">
            <a:avLst/>
          </a:prstGeom>
          <a:ln w="12700">
            <a:solidFill>
              <a:srgbClr val="5DAC4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kern="0">
                <a:solidFill>
                  <a:srgbClr val="5DAC43"/>
                </a:solidFill>
                <a:cs typeface="Tahoma" pitchFamily="34" charset="0"/>
              </a:rPr>
              <a:t>LDF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5DAC43"/>
              </a:solidFill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1061" name="Flowchart: Magnetic Disk 25">
            <a:extLst>
              <a:ext uri="{FF2B5EF4-FFF2-40B4-BE49-F238E27FC236}">
                <a16:creationId xmlns:a16="http://schemas.microsoft.com/office/drawing/2014/main" id="{A879DF89-3F23-C795-C4ED-80E975C44E4E}"/>
              </a:ext>
            </a:extLst>
          </p:cNvPr>
          <p:cNvSpPr/>
          <p:nvPr/>
        </p:nvSpPr>
        <p:spPr>
          <a:xfrm>
            <a:off x="5612366" y="1467847"/>
            <a:ext cx="467037" cy="318893"/>
          </a:xfrm>
          <a:prstGeom prst="flowChartMagneticDisk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kern="0">
                <a:solidFill>
                  <a:srgbClr val="FF0000"/>
                </a:solidFill>
                <a:cs typeface="Tahoma" pitchFamily="34" charset="0"/>
              </a:rPr>
              <a:t>DBC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cxnSp>
        <p:nvCxnSpPr>
          <p:cNvPr id="1062" name="Verbinder: gewinkelt 10">
            <a:extLst>
              <a:ext uri="{FF2B5EF4-FFF2-40B4-BE49-F238E27FC236}">
                <a16:creationId xmlns:a16="http://schemas.microsoft.com/office/drawing/2014/main" id="{C1C35FB1-CD74-461B-99E9-107EBD559F8D}"/>
              </a:ext>
            </a:extLst>
          </p:cNvPr>
          <p:cNvCxnSpPr>
            <a:cxnSpLocks/>
          </p:cNvCxnSpPr>
          <p:nvPr/>
        </p:nvCxnSpPr>
        <p:spPr>
          <a:xfrm>
            <a:off x="3422477" y="1248195"/>
            <a:ext cx="12007" cy="747476"/>
          </a:xfrm>
          <a:prstGeom prst="straightConnector1">
            <a:avLst/>
          </a:prstGeom>
          <a:noFill/>
          <a:ln w="31750" cap="rnd" cmpd="sng" algn="ctr">
            <a:solidFill>
              <a:srgbClr val="0057B7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6204D2-90A0-2920-F97C-834A3B8D3BC8}"/>
              </a:ext>
            </a:extLst>
          </p:cNvPr>
          <p:cNvSpPr/>
          <p:nvPr/>
        </p:nvSpPr>
        <p:spPr>
          <a:xfrm>
            <a:off x="7193356" y="1427593"/>
            <a:ext cx="453067" cy="180287"/>
          </a:xfrm>
          <a:prstGeom prst="roundRect">
            <a:avLst/>
          </a:prstGeom>
          <a:solidFill>
            <a:srgbClr val="B907E9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Tahoma" pitchFamily="34" charset="0"/>
            </a:endParaRPr>
          </a:p>
        </p:txBody>
      </p:sp>
      <p:sp>
        <p:nvSpPr>
          <p:cNvPr id="4" name="Textfeld 1044">
            <a:extLst>
              <a:ext uri="{FF2B5EF4-FFF2-40B4-BE49-F238E27FC236}">
                <a16:creationId xmlns:a16="http://schemas.microsoft.com/office/drawing/2014/main" id="{8D944E3C-DC02-1ED8-9A52-03D7165CFCFB}"/>
              </a:ext>
            </a:extLst>
          </p:cNvPr>
          <p:cNvSpPr txBox="1"/>
          <p:nvPr/>
        </p:nvSpPr>
        <p:spPr>
          <a:xfrm>
            <a:off x="7731146" y="1428090"/>
            <a:ext cx="113973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Responsibility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de-DE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by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LTS</a:t>
            </a:r>
          </a:p>
        </p:txBody>
      </p:sp>
      <p:sp>
        <p:nvSpPr>
          <p:cNvPr id="5" name="Textfeld 1066">
            <a:extLst>
              <a:ext uri="{FF2B5EF4-FFF2-40B4-BE49-F238E27FC236}">
                <a16:creationId xmlns:a16="http://schemas.microsoft.com/office/drawing/2014/main" id="{5AFFB7AD-DB63-8BAB-281F-DD34B6EE6896}"/>
              </a:ext>
            </a:extLst>
          </p:cNvPr>
          <p:cNvSpPr txBox="1"/>
          <p:nvPr/>
        </p:nvSpPr>
        <p:spPr>
          <a:xfrm>
            <a:off x="2328117" y="2309586"/>
            <a:ext cx="208390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914400" fontAlgn="base">
              <a:spcAft>
                <a:spcPct val="0"/>
              </a:spcAft>
            </a:pPr>
            <a:r>
              <a:rPr lang="de-DE" sz="1000" kern="0" dirty="0">
                <a:solidFill>
                  <a:srgbClr val="5DAC43"/>
                </a:solidFill>
              </a:rPr>
              <a:t> 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5DAC43"/>
                </a:solidFill>
                <a:effectLst/>
                <a:uLnTx/>
                <a:uFillTx/>
              </a:rPr>
              <a:t>LIN</a:t>
            </a:r>
          </a:p>
        </p:txBody>
      </p:sp>
    </p:spTree>
    <p:extLst>
      <p:ext uri="{BB962C8B-B14F-4D97-AF65-F5344CB8AC3E}">
        <p14:creationId xmlns:p14="http://schemas.microsoft.com/office/powerpoint/2010/main" val="2207228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7F1A9345-60CA-0DA3-E403-4C39489AF2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B17BC8BF-0644-FAAB-4C3F-0F4F0C7C32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lvl="0"/>
            <a:r>
              <a:rPr lang="de-DE" b="1" dirty="0"/>
              <a:t>CONTACT</a:t>
            </a:r>
          </a:p>
          <a:p>
            <a:pPr lvl="0"/>
            <a:r>
              <a:rPr lang="de-DE" dirty="0"/>
              <a:t>Name </a:t>
            </a:r>
            <a:r>
              <a:rPr lang="de-DE" dirty="0" err="1"/>
              <a:t>Surname</a:t>
            </a:r>
            <a:br>
              <a:rPr lang="de-DE" dirty="0"/>
            </a:br>
            <a:r>
              <a:rPr lang="de-DE" dirty="0"/>
              <a:t>Job title</a:t>
            </a:r>
            <a:br>
              <a:rPr lang="de-DE" dirty="0"/>
            </a:br>
            <a:r>
              <a:rPr lang="de-DE" dirty="0"/>
              <a:t>0123 - 456 789 0</a:t>
            </a:r>
            <a:br>
              <a:rPr lang="de-DE" dirty="0"/>
            </a:br>
            <a:r>
              <a:rPr lang="de-DE" dirty="0"/>
              <a:t>n.surname@zf.com</a:t>
            </a:r>
          </a:p>
        </p:txBody>
      </p:sp>
    </p:spTree>
    <p:extLst>
      <p:ext uri="{BB962C8B-B14F-4D97-AF65-F5344CB8AC3E}">
        <p14:creationId xmlns:p14="http://schemas.microsoft.com/office/powerpoint/2010/main" val="42829163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" val="-1"/>
  <p:tag name="TWNOCDCHECK" val="-1"/>
  <p:tag name="SLIDENAME" val="v_20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3_ASSOC" val="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3" val="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4_ASSOC" val="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4" val="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5_ASSOC" val="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5" val="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6_ASSOC" val="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6" val="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7_ASSOC" val="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7" val="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8_ASSOC" val="-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8" val="-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12_ASSOC" val="-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12" val="-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11_ASSOC" val="-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11" val="-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10_ASSOC" val="-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10" val="-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9_ASSOC" val="-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_9" val="-1"/>
</p:tagLst>
</file>

<file path=ppt/theme/theme1.xml><?xml version="1.0" encoding="utf-8"?>
<a:theme xmlns:a="http://schemas.openxmlformats.org/drawingml/2006/main" name="ZF LIFETEC">
  <a:themeElements>
    <a:clrScheme name="ZF LIFETEC">
      <a:dk1>
        <a:srgbClr val="000000"/>
      </a:dk1>
      <a:lt1>
        <a:srgbClr val="FFFFFF"/>
      </a:lt1>
      <a:dk2>
        <a:srgbClr val="282727"/>
      </a:dk2>
      <a:lt2>
        <a:srgbClr val="FFFFFF"/>
      </a:lt2>
      <a:accent1>
        <a:srgbClr val="E73E11"/>
      </a:accent1>
      <a:accent2>
        <a:srgbClr val="282727"/>
      </a:accent2>
      <a:accent3>
        <a:srgbClr val="484747"/>
      </a:accent3>
      <a:accent4>
        <a:srgbClr val="737373"/>
      </a:accent4>
      <a:accent5>
        <a:srgbClr val="9E9E9E"/>
      </a:accent5>
      <a:accent6>
        <a:srgbClr val="C9C9C9"/>
      </a:accent6>
      <a:hlink>
        <a:srgbClr val="E73E11"/>
      </a:hlink>
      <a:folHlink>
        <a:srgbClr val="F4A895"/>
      </a:folHlink>
    </a:clrScheme>
    <a:fontScheme name="ZF LIFETEC">
      <a:majorFont>
        <a:latin typeface="Titillium Web"/>
        <a:ea typeface=""/>
        <a:cs typeface=""/>
      </a:majorFont>
      <a:minorFont>
        <a:latin typeface="Titillium Web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10000"/>
            <a:lumOff val="90000"/>
          </a:schemeClr>
        </a:solidFill>
        <a:ln w="12700" cap="flat" cmpd="sng" algn="ctr">
          <a:noFill/>
          <a:prstDash val="solid"/>
        </a:ln>
        <a:effectLst/>
      </a:spPr>
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ea typeface="+mn-ea"/>
            <a:cs typeface="Tahoma" pitchFamily="34" charset="0"/>
          </a:defRPr>
        </a:defPPr>
      </a:lstStyle>
    </a:spDef>
    <a:lnDef>
      <a:spPr>
        <a:noFill/>
        <a:ln w="6350" cap="rnd" cmpd="sng" algn="ctr">
          <a:solidFill>
            <a:schemeClr val="bg2"/>
          </a:solidFill>
          <a:prstDash val="solid"/>
          <a:round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LIFETEC Orange">
      <a:srgbClr val="E73E11"/>
    </a:custClr>
    <a:custClr name="LIFETEC Gray 100%">
      <a:srgbClr val="282727"/>
    </a:custClr>
    <a:custClr name="LIFETEC Gray 85%">
      <a:srgbClr val="484747"/>
    </a:custClr>
    <a:custClr name="LIFETEC Gray 65%">
      <a:srgbClr val="737373"/>
    </a:custClr>
    <a:custClr name="LIFETEC Gray 45%">
      <a:srgbClr val="9E9E9E"/>
    </a:custClr>
    <a:custClr name="LIFETEC Gray 25%">
      <a:srgbClr val="C9C9C9"/>
    </a:custClr>
    <a:custClr name="RGB (255/255/255)">
      <a:srgbClr val="FFFFFF"/>
    </a:custClr>
    <a:custClr name="ZF Blue">
      <a:srgbClr val="0057B7"/>
    </a:custClr>
    <a:custClr name="RGB (255/255/255)">
      <a:srgbClr val="FFFFFF"/>
    </a:custClr>
    <a:custClr name="LIFETEC Green (Sustainability)">
      <a:srgbClr val="5DAC43"/>
    </a:custClr>
    <a:custClr name="Aqua 100% (infographic)">
      <a:srgbClr val="00B1BE"/>
    </a:custClr>
    <a:custClr name="Aqua 50% (infographic)">
      <a:srgbClr val="8BCED3"/>
    </a:custClr>
    <a:custClr name="Apricot 100% (infographic)">
      <a:srgbClr val="F28B00"/>
    </a:custClr>
    <a:custClr name="Apricot 50% (infographic)">
      <a:srgbClr val="F9C57F"/>
    </a:custClr>
    <a:custClr name="Forest 100% (infographic)">
      <a:srgbClr val="006666"/>
    </a:custClr>
    <a:custClr name="Forest 50% (infographic)">
      <a:srgbClr val="7FB2B2"/>
    </a:custClr>
    <a:custClr name="Yellow 100% (infographic)">
      <a:srgbClr val="FDC300"/>
    </a:custClr>
    <a:custClr name="Yellow 50% (infographic)">
      <a:srgbClr val="FEE17F"/>
    </a:custClr>
  </a:custClrLst>
  <a:extLst>
    <a:ext uri="{05A4C25C-085E-4340-85A3-A5531E510DB2}">
      <thm15:themeFamily xmlns:thm15="http://schemas.microsoft.com/office/thememl/2012/main" name="PPT-Master ZF LIFETEC FINAL_06-24.pptx" id="{C22F7C4F-0C55-40BF-B0D6-812338144208}" vid="{4015FA77-96CE-479A-BB4E-F2C211B0808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0D591A69FDD1044BE298EB952D21E4F" ma:contentTypeVersion="14" ma:contentTypeDescription="Ein neues Dokument erstellen." ma:contentTypeScope="" ma:versionID="1b6a8459397b57c624af6ec59e4b5d08">
  <xsd:schema xmlns:xsd="http://www.w3.org/2001/XMLSchema" xmlns:xs="http://www.w3.org/2001/XMLSchema" xmlns:p="http://schemas.microsoft.com/office/2006/metadata/properties" xmlns:ns2="7273a8eb-e4eb-4892-85fd-3374cecb6ee4" xmlns:ns3="9543cfb1-bc68-4b04-8642-bff9090a2d94" targetNamespace="http://schemas.microsoft.com/office/2006/metadata/properties" ma:root="true" ma:fieldsID="29b484c956d6c1b89d5cf7378c2c5d87" ns2:_="" ns3:_="">
    <xsd:import namespace="7273a8eb-e4eb-4892-85fd-3374cecb6ee4"/>
    <xsd:import namespace="9543cfb1-bc68-4b04-8642-bff9090a2d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73a8eb-e4eb-4892-85fd-3374cecb6e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e6a06970-c1a5-44c8-8033-3372ddd74d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43cfb1-bc68-4b04-8642-bff9090a2d9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7d3e1ef-a5a7-4e6d-995b-e484b62a8f19}" ma:internalName="TaxCatchAll" ma:showField="CatchAllData" ma:web="9543cfb1-bc68-4b04-8642-bff9090a2d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543cfb1-bc68-4b04-8642-bff9090a2d94" xsi:nil="true"/>
    <lcf76f155ced4ddcb4097134ff3c332f xmlns="7273a8eb-e4eb-4892-85fd-3374cecb6ee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387E6BB-1791-4693-A922-9908EB089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AA24FA-F356-4DB1-A87D-6E6F7AFA1C52}"/>
</file>

<file path=customXml/itemProps3.xml><?xml version="1.0" encoding="utf-8"?>
<ds:datastoreItem xmlns:ds="http://schemas.openxmlformats.org/officeDocument/2006/customXml" ds:itemID="{F137E66F-32C0-4D17-B16B-41AF5C13C723}">
  <ds:schemaRefs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c98e4f8e-e199-4d23-978b-92dd6d94294f"/>
    <ds:schemaRef ds:uri="d3fc302c-fb2b-45db-bd10-8135bafb0291"/>
    <ds:schemaRef ds:uri="http://schemas.microsoft.com/office/infopath/2007/PartnerControls"/>
    <ds:schemaRef ds:uri="http://www.w3.org/XML/1998/namespace"/>
    <ds:schemaRef ds:uri="87486e02-845c-4b82-ae35-1b4b4290b3d3"/>
    <ds:schemaRef ds:uri="c5d1e96b-06cd-4133-9c1b-e459809e988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PPT-Master ZF LIFETEC FINAL_06-24</Template>
  <TotalTime>0</TotalTime>
  <Words>767</Words>
  <Application>Microsoft Office PowerPoint</Application>
  <PresentationFormat>On-screen Show (16:9)</PresentationFormat>
  <Paragraphs>248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Tahoma</vt:lpstr>
      <vt:lpstr>Titillium Web</vt:lpstr>
      <vt:lpstr>Wingdings</vt:lpstr>
      <vt:lpstr>ZF LIFETEC</vt:lpstr>
      <vt:lpstr>EQV Demo Vehicle Architecture</vt:lpstr>
      <vt:lpstr>Agenda</vt:lpstr>
      <vt:lpstr>PowerPoint Presentation</vt:lpstr>
      <vt:lpstr>Demo CAR Components Architecture</vt:lpstr>
      <vt:lpstr>DEMo CAR Architecture </vt:lpstr>
      <vt:lpstr>PowerPoint Presentation</vt:lpstr>
      <vt:lpstr>Communication Architecture</vt:lpstr>
      <vt:lpstr>DEMo CAR Bus Communication</vt:lpstr>
      <vt:lpstr>Ethernet Communication Setup (draft)</vt:lpstr>
      <vt:lpstr>DEMo CAR system Architecture – IEE Components</vt:lpstr>
      <vt:lpstr>PowerPoint Presentation</vt:lpstr>
    </vt:vector>
  </TitlesOfParts>
  <Company>RVNA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Maier ALF RDUF</dc:creator>
  <cp:lastModifiedBy>Stefan Maier ALF RDUF</cp:lastModifiedBy>
  <cp:revision>1</cp:revision>
  <dcterms:created xsi:type="dcterms:W3CDTF">2026-03-16T11:37:26Z</dcterms:created>
  <dcterms:modified xsi:type="dcterms:W3CDTF">2026-03-16T13:12:14Z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MSIP_Label_134277c1-31d4-4dba-9248-3ba93a3f3112_Enabled">
    <vt:lpwstr>true</vt:lpwstr>
  </property>
  <property fmtid="{D5CDD505-2E9C-101B-9397-08002B2CF9AE}" pid="4" name="MSIP_Label_134277c1-31d4-4dba-9248-3ba93a3f3112_SetDate">
    <vt:lpwstr>2024-06-21T07:30:45Z</vt:lpwstr>
  </property>
  <property fmtid="{D5CDD505-2E9C-101B-9397-08002B2CF9AE}" pid="5" name="MSIP_Label_134277c1-31d4-4dba-9248-3ba93a3f3112_Method">
    <vt:lpwstr>Privileged</vt:lpwstr>
  </property>
  <property fmtid="{D5CDD505-2E9C-101B-9397-08002B2CF9AE}" pid="6" name="MSIP_Label_134277c1-31d4-4dba-9248-3ba93a3f3112_Name">
    <vt:lpwstr>Internal sub1</vt:lpwstr>
  </property>
  <property fmtid="{D5CDD505-2E9C-101B-9397-08002B2CF9AE}" pid="7" name="MSIP_Label_134277c1-31d4-4dba-9248-3ba93a3f3112_SiteId">
    <vt:lpwstr>eb70b763-b6d7-4486-8555-8831709a784e</vt:lpwstr>
  </property>
  <property fmtid="{D5CDD505-2E9C-101B-9397-08002B2CF9AE}" pid="8" name="MSIP_Label_134277c1-31d4-4dba-9248-3ba93a3f3112_ActionId">
    <vt:lpwstr>2bb1035c-c517-4b76-bda5-64b83d67424b</vt:lpwstr>
  </property>
  <property fmtid="{D5CDD505-2E9C-101B-9397-08002B2CF9AE}" pid="9" name="MSIP_Label_134277c1-31d4-4dba-9248-3ba93a3f3112_ContentBits">
    <vt:lpwstr>1</vt:lpwstr>
  </property>
  <property fmtid="{D5CDD505-2E9C-101B-9397-08002B2CF9AE}" pid="10" name="MSIP_Label_56df0398-45f0-4763-935d-9315a9c00220_Enabled">
    <vt:lpwstr>true</vt:lpwstr>
  </property>
  <property fmtid="{D5CDD505-2E9C-101B-9397-08002B2CF9AE}" pid="11" name="MSIP_Label_56df0398-45f0-4763-935d-9315a9c00220_SetDate">
    <vt:lpwstr>2026-03-16T12:51:33Z</vt:lpwstr>
  </property>
  <property fmtid="{D5CDD505-2E9C-101B-9397-08002B2CF9AE}" pid="12" name="MSIP_Label_56df0398-45f0-4763-935d-9315a9c00220_Method">
    <vt:lpwstr>Privileged</vt:lpwstr>
  </property>
  <property fmtid="{D5CDD505-2E9C-101B-9397-08002B2CF9AE}" pid="13" name="MSIP_Label_56df0398-45f0-4763-935d-9315a9c00220_Name">
    <vt:lpwstr>Internal sub 1</vt:lpwstr>
  </property>
  <property fmtid="{D5CDD505-2E9C-101B-9397-08002B2CF9AE}" pid="14" name="MSIP_Label_56df0398-45f0-4763-935d-9315a9c00220_SiteId">
    <vt:lpwstr>87f9dc52-94b9-4266-8431-8be91e1f699c</vt:lpwstr>
  </property>
  <property fmtid="{D5CDD505-2E9C-101B-9397-08002B2CF9AE}" pid="15" name="MSIP_Label_56df0398-45f0-4763-935d-9315a9c00220_ActionId">
    <vt:lpwstr>ce3388e2-719d-416d-b42f-d4accc9a7f15</vt:lpwstr>
  </property>
  <property fmtid="{D5CDD505-2E9C-101B-9397-08002B2CF9AE}" pid="16" name="MSIP_Label_56df0398-45f0-4763-935d-9315a9c00220_ContentBits">
    <vt:lpwstr>1</vt:lpwstr>
  </property>
  <property fmtid="{D5CDD505-2E9C-101B-9397-08002B2CF9AE}" pid="17" name="MSIP_Label_56df0398-45f0-4763-935d-9315a9c00220_Tag">
    <vt:lpwstr>10, 0, 1, 1</vt:lpwstr>
  </property>
  <property fmtid="{D5CDD505-2E9C-101B-9397-08002B2CF9AE}" pid="18" name="ClassificationContentMarkingHeaderLocations">
    <vt:lpwstr>ZF LIFETEC:8</vt:lpwstr>
  </property>
  <property fmtid="{D5CDD505-2E9C-101B-9397-08002B2CF9AE}" pid="19" name="ClassificationContentMarkingHeaderText">
    <vt:lpwstr>Internal</vt:lpwstr>
  </property>
  <property fmtid="{D5CDD505-2E9C-101B-9397-08002B2CF9AE}" pid="20" name="ContentTypeId">
    <vt:lpwstr>0x01010070D591A69FDD1044BE298EB952D21E4F</vt:lpwstr>
  </property>
</Properties>
</file>